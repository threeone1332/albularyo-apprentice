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3"/>
  </p:normalViewPr>
  <p:slideViewPr>
    <p:cSldViewPr snapToGrid="0">
      <p:cViewPr>
        <p:scale>
          <a:sx n="156" d="100"/>
          <a:sy n="156" d="100"/>
        </p:scale>
        <p:origin x="-1936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0:09:5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1801 0 24575,'-45'1'0,"0"0"0,7 3 0,-2 1 0,-5 2 0,3-1 0,-5 1 0,-2 2 0,-2 1 0,2 1-1150,5 0 1,1 2-1,-2 1 1,1 0-1,0 1 1,0 1 1149,0 0 0,-1 1 0,0 1 0,1 1 0,0 0 0,2 0 0,-4 2 0,0 1 0,2 0 0,0 1 0,3-1 205,-3 2 0,2 1 0,1-1 0,3-1-205,0 3 0,2-2 0,3 0 662,-6 5 1,4 0-663,6-5 0,3-1 0,6-4 0,1-2 0,-15 12 3585,2-5-3585,4-6 1167,8-6-1167,6-6 0,8-3 0,3-6 0,2-6 0,1-7 0,3-18 0,-1-11 0,1-4 0,-1 4 0,0 16 0,0 9 0,-1 9 0,0 4 0,0 4 0,-1 4 0,1 7 0,-1 9 0,0 24 0,-1-14 0,0 1 0,-2 1 0,0 0 0,0-1 0,-2-2 0,-4 8 0,1-12 0,4-7 0,2-6 0,1-1 0,0 1 0,1 4 0,0 4 0,0 3 0,1 3 0,1 1 0,3-3 0,3-5 0,5-6 0,4-4 0,6-4 0,4-1 0,2-2 0,-3 0 0,-7-1 0,-6 2 0,-5 0 0,-5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0:10:19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24575,'9'15'0,"17"19"0,16 10 0,9 9 0,-3-7 0,3 4 0,5 0-805,-4-3 0,2 0 0,3 1 0,2 1 805,-3-5 0,2 0 0,2 1 0,0-1 0,1-1-420,-1-2 0,0-1 1,1-2-1,1 1 0,0-2 420,3 1 0,1-1 0,1 0 0,0-2 0,0-2 0,-3-2 0,1-2 0,-1-1 0,0-2 0,-2-2 84,6 1 0,0-2 0,-2-3 0,-1-1-84,11 1 0,-1-3 0,-4-4 0,10-4 0,-8-7 0,-20-6 0,-7-7 1384,14-23-1384,-29-14 2537,-18 2-2537,-7 9 1062,-4 11-1062,-2 13 0,3 7 0,0 3 0,1 3 0,-1 2 0,0 2 0,-2 0 0,0 0 0,-1 2 0,2 4 0,2 9 0,5 8 0,2 4 0,0-2 0,0-6 0,-2-6 0,-2-3 0,-3-4 0,-2-5 0,-2-6 0,-10-14 0,-14-16 0,-5 2 0,-5-1 0,-7-6 0,-2 0 0,0 1 0,1 2 0,5 5 0,4 3 0,2 1 0,19 11 0,19 13 0,20 15 0,18 14 0,18 14 0,-24-16 0,0-1 0,-3-2 0,-1-1 0,19 14 0,-21-13 0,-23-14 0,-7-4 0,-2 1 0,-5 12 0,-10 21 0,-10 17 0,-10 16 0,1-13 0,9-17 0,11-21 0,11-19 0,2-5 0,3-3 0,0-3 0,1-8 0,2-20 0,0-23 0,-2-23 0,-3 36 0,0 0 0,-1 2 0,0 1 0,0-26 0,0 25 0,0 18 0,0 13 0,-1 7 0,-1 1 0,1 3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4:06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24575,'0'3'0,"0"-1"0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4:58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0 844 24575,'8'-12'0,"22"-19"0,38-26 0,-10 13 0,8-3 0,-10 9 0,5-1 0,3 1-593,11-4 1,3-1 0,3 2 592,4 0 0,3 1 0,1 3 0,-2 4 0,0 3 0,-1 3 9,-4 5 0,-1 2 1,-3 3-10,23 0 0,-4 5 0,-17 6 0,-5 2 0,-16 2 0,-5 1 0,21 2 0,-28 1 1319,-21 1-1319,-14 0 430,-9 0-430,-2-2 0,-3 0 0,-4-2 0,-7-1 0,-10-4 0,-12-6 0,-8-4 0,-6-2 0,-1-1 0,6 3 0,8 4 0,11 3 0,11 5 0,12 2 0,13 4 0,19 5 0,21 8 0,22 8 0,6 5 0,-4 0 0,-14-5 0,-21-6 0,-15-5 0,-13-4 0,-7-3 0,-4 1 0,-6 7 0,-9 11 0,-9 9 0,-3 2 0,2-6 0,9-9 0,7-9 0,6-7 0,1-3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3:05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0 393 24575,'30'0'0,"25"0"0,15 0 0,6 0 0,10 0 0,10 0-1175,-22 0 0,6 0 0,5 0 0,3 0 0,3 0 0,0 0 1175,-1 0 0,4 0 0,2 0 0,1 0 0,1 0 0,0 0 0,0 0 0,-11 0 0,1 0 0,0 0 0,1 0 0,-1 0 0,1 0 0,-1 0 0,1 0 0,0 0 0,2 0 0,0 0 0,-1 0 0,0 0 0,-2 0 0,-2 0 0,-4 0 0,24 0 0,-3 0 0,-4 0 0,-4 0 0,-3 0 507,-3 0 0,-2 0 0,-6 0 1,-8 0-508,28 0 0,-25 0 1126,-42 0-1126,-20 0 0,-1 1 0,17 4 3895,22 2-3895,40 1 0,-27-4 0,3 0 0,6-3 0,1 1 0,1-2 0,-2 1 0,-11-1 0,-5 0 0,25 0 0,-30 0 0,-24 0 0,-19-1 0,-18-8 0,-22-20 0,-23-24 0,20 16 0,-2-2 0,-1-3 0,-1 1 0,-27-33 0,16 20 0,17 22 0,17 17 0,17 22 0,26 23 0,27 21 0,-17-18 0,5 1 0,16 6 0,2 0 0,-2-3 0,0-3 0,-8-4 0,-4-3 0,21 11 0,-47-23 0,-16 0 0,-24 13 0,-26 27 0,12-17 0,-3 1 0,-4 6 0,0-1 0,3-2 0,1-3 0,-17 21 0,17-20 0,15-17 0,12-14 0,4-5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3:18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24575,'31'-4'0,"34"2"0,32 2 0,-36 0 0,1 0 0,-1 0 0,-2 0 0,41 0 0,-14 0 0,-20 3 0,-7 12 0,1 17 0,4 17 0,2 12 0,-5 1 0,-10-2 0,-15-4 0,-10-2 0,-11 5 0,-7 18 0,-5-27 0,-2 4 0,0 9 0,-2 4 0,-2 11 0,-4 2 0,-2 3 0,-2 1 0,-5 2 0,-3-1 0,-2-2 0,-2-3 0,3-11 0,-1-3 0,3-10 0,0-4 0,-7 20 0,10-26 0,5-16 0,5-5 0,2 1 0,0 6 0,-1 9 0,2 9 0,0 10 0,2 6 0,0 1 0,0-6 0,0-11 0,0-13 0,0-12 0,0-5 0,0-3 0,2 2 0,2 2 0,1 0 0,1-1 0,1 2 0,1 1 0,1 1 0,0-3 0,-3-4 0,-3-5 0,-1-3 0,-2-2 0,0-1 0,0 0 0,0 2 0,0 2 0,1-2 0,-1-2 0,1-4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3:37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 24575,'26'-2'0,"25"0"0,26 2 0,7 0 0,-11 0 0,-22 0 0,-21 1 0,-13 4 0,-11 8 0,-6 7 0,1 4 0,-1-2 0,0-6 0,0-6 0,0-3 0,0 2 0,0 3 0,0 4 0,0 6 0,0 4 0,0 5 0,0 3 0,0 5 0,0-1 0,0-4 0,0-9 0,0-10 0,-2-7 0,-2-7 0,-8-7 0,-14-11 0,-11-9 0,-21-15 0,-9-12 0,-3-7 0,4-3 0,15 10 0,13 11 0,18 22 0,10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4:05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23036,'3'2'0,"-1"0"0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6:15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2260 24575,'19'-28'0,"24"-18"0,17-10 0,6-3 0,10-7 0,9-5-1469,-23 21 0,5-2 0,4-3 1,4 0-1,2-1 0,3 0 1469,-8 6 0,3 0 0,3-1 0,1 0 0,3 0 0,0 0 0,2 0 0,1 2-351,-2 1 0,2 1 1,2 0-1,0 0 1,2 1-1,0 1 0,1 0 1,0 1-1,0 1 351,-8 4 0,1 1 0,1 0 0,0 1 0,0 0 0,1 1 0,-1 2 0,1 0 0,-1 1 0,1 2 0,5-1 0,1 2 0,-1 0 0,1 2 0,0 1 0,0 1 0,-1 1 0,-1 2 0,0 1 4,5-1 0,0 2 0,0 2 1,-1 0-1,0 2 0,-2 2 1,-1 0-1,-1 3-4,0 0 0,-1 2 0,-1 1 0,-1 2 0,-1 2 0,-1 0 0,-2 2-166,22 1 1,-2 2 0,-2 3-1,-3 1 1,-5 4 165,-1 2 0,-4 3 0,-5 2 0,-4 4 835,0 4 1,-5 4 0,-5 1-836,13 13 0,-9 2 2343,-23-7 0,-5 0-2343,22 27 3587,-23-9-3587,-13-8 1982,-4-4-1982,-2-3 0,1 0 0,0-2 0,0-2 0,-5-8 0,-5-7 0,-6-8 0,-5-5 0,-4-3 0,-5-2 0,-12-2 0,-24 7 0,-24 10 0,-20 9 0,1 4 0,20-6 0,23-7 0,25-8 0,28-8 0,30-11 0,25-8 0,19-7 0,2 0 0,-13 7 0,-17 4 0,-21 6 0,-20 5 0,-15 1 0,-24 2 0,-23 0 0,-24 3 0,-16 5 0,3 3 0,9 2 0,20-4 0,19-3 0,15-2 0,9-2 0,5 1 0,3 5 0,11 11 0,16 24 0,19 30 0,-12-22 0,1 4 0,5 7 0,0 0 0,1 0 0,0-2 0,-4-6 0,-1-4 0,19 24 0,-17-28 0,-15-22 0,-10-17 0,-6-29 0,-5-31 0,-5-34 0,1 35 0,-1 0 0,-5-47 0,3 14 0,4 23 0,3 15 0,3 14 0,2 8 0,3 7 0,1 5 0,-3 5 0,-2 2 0,-3 1 0,-1 2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7:56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24575,'2'6'0,"1"-2"0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8:26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1 291 24575,'22'0'0,"34"0"0,-8 0 0,7-1 0,18-3 0,5-1 0,8-4 0,1-3 0,-7-1 0,-4-2 0,-9-1 0,-4 0 0,23-9 0,-35 10 0,-19 5 0,-18 6 0,-7 2 0,-3 1 0,0 1 0,0 0 0,2 0 0,0 0 0,1 0 0,-2 0 0,-4 0 0,-10-3 0,-4-5 0,-13-5 0,-5-6 0,-5-2 0,0 0 0,3 3 0,7 6 0,8 4 0,7 3 0,5 1 0,1 1 0,2-1 0,2 1 0,3 2 0,9 5 0,16 9 0,22 10 0,19 8 0,8 4 0,-6-4 0,-19-7 0,-18-8 0,-17-6 0,-13-2 0,-15 5 0,-12 5 0,-8 3 0,1-1 0,10-6 0,11-5 0,5-4 0,4-1 0,0 0 0,1-1 0,0-1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8:29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0 492 24575,'9'0'0,"22"0"0,34 0 0,-16 0 0,6 0 0,13 1 0,4-2 0,4 1 0,1-1 0,1 0 0,-1-2 0,-4-1 0,-1-2 0,-5-2 0,-1-3 0,-4-1 0,-2-2 0,-5 0 0,-3-1 0,38-13 0,-19 5 0,-20 5 0,-12 3 0,-12 4 0,-7 2 0,-2 1 0,-2-1 0,2-1 0,3-2 0,-1 0 0,-2 1 0,-2 1 0,-1-1 0,2-1 0,3-3 0,2-1 0,0 2 0,-4 3 0,-6 5 0,-4 2 0,-4 2 0,-1 1 0,-2-1 0,-1-1 0,0 1 0,0-1 0,-2-1 0,-4-4 0,-9-5 0,-9-5 0,-7-2 0,-6 0 0,1 4 0,3 4 0,5 5 0,7 3 0,9 2 0,9 2 0,12 1 0,16 5 0,13 7 0,13 7 0,3 5 0,-7-2 0,-10-5 0,-15-5 0,-10-5 0,-7-2 0,-3-1 0,-1-2 0,-2 2 0,-6 7 0,-6 10 0,-6 12 0,-3 10 0,5 2 0,4-4 0,6-8 0,4-11 0,1-9 0,1-7 0,-3-4 0,1-2 0,0-1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8:31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5741 528 24575,'-21'-25'0,"-25"-21"0,-24-18 0,22 25 0,-5 0 0,-3 2 0,-2 2 0,-4 4 0,-2 2 0,-5 3 0,-3 2 0,-5 3 0,-2 3 0,-4 2 0,0 3 0,-4 0 0,-1 2 0,-5 1 0,1 2 0,1 2 0,0 2 0,0 0 0,0 1 0,1 0 0,1 2 0,2 0 0,1 0 0,1 1 0,-1 0 0,-1 1 0,1 0 0,1 2 0,1 1 0,2 4 0,2 1 0,2 4 0,-1 2 0,2 2 0,0 2 0,-6 4 0,-2 2 0,-1 1 0,-2 2 0,-2 1 0,-1 2 0,-2 2 0,1 2 0,3 0 0,1 1 0,-3 3 0,1 1 0,3 2 0,1 1 0,1 1 0,2 2 0,4-1 0,3 1 0,2 1 0,2 1 0,3 1 0,0 2 0,1 3 0,0 2 0,1 3 0,2 2 0,2 0 0,2-1 0,8-4 0,4-2 0,8-6 0,4-2 0,-20 29 0,17-15 0,8-7 0,5-9 0,1-1 0,1-1 0,-2-2 0,3-4 0,3-6 0,5-6 0,4-6 0,5-6 0,2-3 0,5-3 0,0-4 0,1-1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8:37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24575,'0'5'0,"0"13"0,0 18 0,0 11 0,0 4 0,0-4 0,0-9 0,0-8 0,0-11 0,0-7 0,0-4 0,1-3 0,0-2 0,2-1 0,7-2 0,13-4 0,22-6 0,27-7 0,23-6 0,-44 11 0,0 0 0,41-10 0,-23 5-1696,-29 7 0,-19 5 0,-14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0:36.75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0 18 24575,'16'0'0,"14"0"0,16 0 0,14 0 0,8 0 0,0-1 0,11-1 0,7 0 0,2-1 0,-1 2 0,-10 1 0,-10 0 0,-3 0 0,-2 0 0,-2 0 0,-3 0 0,-5 0 0,-4 0 0,-2-1 0,-2-1 0,0 0 0,2 0 0,0 1 0,-2 1 0,-3 0 0,-6 0 0,-3 0 0,-2 0 0,2 0 0,2 0 0,2 0 0,2 2 0,2 2 0,2 0 0,1 1 0,-3-2 0,-2-2 0,-4-1 0,-1 0 0,1 0 0,1 0 0,0 0 0,0 0 0,4 0 0,4 0 0,3 0 0,1 0 0,-3 0 0,-2 0 0,-2 0 0,-4 1 0,1 1 0,-1 0 0,-1 1 0,2-1 0,0-1 0,-2 1 0,0-1 0,-1 0 0,1-1 0,-1 1 0,-1 0 0,-1 0 0,-3-1 0,-2 0 0,-3 0 0,-2 0 0,-3 0 0,-2 0 0,-2 0 0,-1 0 0,-2 0 0,1 0 0,1 0 0,0 0 0,0 0 0,0 1 0,0 0 0,2-1 0,1 2 0,3-1 0,0 0 0,-2 1 0,-4-1 0,-5 1 0,-4-1 0,-1 0 0,-1-1 0,0 1 0,1-1 0,2 0 0,0 0 0,-1 0 0,1 0 0,3 0 0,4 0 0,3-2 0,-1 0 0,-3 0 0,-6 1 0,-3-1 0,-5-1 0,1 2 0,-1-1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0:40.868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3460 8 24575,'0'54'0,"0"31"0,0-18 0,0 9 0,0-11 0,0 4 0,0 5 0,0-3 0,0 4 0,0 2 0,0 2-789,0 8 0,0 2 1,0 2-1,0 1 789,0-13 0,0 1 0,0 1 0,0 1 0,0-1 0,0 4 0,1 1 0,0 0 0,0-1 0,1-1 0,0 15 0,1-1 0,1-1 0,0-1 0,-1-5 0,2-2 0,-1 0 0,1-3 0,2 17 0,0-4 0,-1-3 194,-1-13 1,0-4 0,-1-2-195,0 18 0,-1-4 0,-2-15 0,0-6 0,-1 28 0,0-41 0,0-24 2393,0-18-2393,0-8 178,0 0-178,0 7 0,1 10 0,1 10 0,1 1 0,0-5 0,-2-9 0,-1-10 0,-3-6 0,-3-5 0,-7-4 0,-8-2 0,-25-2 0,-22-1 0,-18 3 0,36 3 0,-1 1 0,1 1 0,0 1 0,-7 0 0,-1 0 0,-3 0 0,-2 0 0,-5 0 0,-1 0 0,-4-1 0,0 2 0,-1-1 0,0 1 0,0 1 0,-1 0 0,1 2 0,1 0 0,0 1 0,1 1 0,1-1 0,0 0 0,2-1 0,1-1 0,4-1 0,0 0 0,5-2 0,1 1 0,4-1 0,2 0 0,-43 0 0,8 0 0,4 0 0,1-1 0,-3 0 0,-1-1 0,-5 1 0,-5 0 0,46 0 0,-1-1 0,-1 1 0,0 0 0,-44-2 0,8 0 0,11 0 0,14 0 0,13-3 0,16 0 0,14 0 0,8 1 0,5 0 0,3 1 0,3 0 0,0 0 0,1 0 0,0 0 0,1 1 0,1 1 0,2 0 0,1 1 0,3 1 0,1-1 0,1 0 0,-2-1 0,-4-2 0,0-2 0,-3-5 0,1-9 0,1-20 0,3-38 0,-1 22 0,1-5 0,2-22 0,0-6 0,-2 23 0,-1-2 0,1 0-247,0-2 1,0-1 0,-1-1 246,1-6 0,0-2 0,0 2 0,-1 3 0,1 2 0,-1-1 0,0 0 0,0 0 0,0 2-26,-1 3 0,-1 2 1,0 2 25,0-19 0,-1 3 0,-1 7 0,0 3 0,-2 8 0,0 2 0,0 4 0,-1 1 0,-1 3 0,0 0 736,-4-41-736,-1 13 80,3 17-80,1 15 0,2 7 0,1 5 0,1-1 0,0-5 0,0-4 0,0-4 0,0-5 0,0-4 0,0-5 0,0 0 0,0 2 0,-1 2 0,-2 0 0,0-4 0,-2 0 0,1 2 0,0 7 0,0 8 0,1 9 0,-1 9 0,1 6 0,2 5 0,0 3 0,1-1 0,0 1 0,1 0 0,0 1 0,1 3 0,-1 3 0,0 4 0,-1 1 0,0 1 0,0 0 0,2 0 0,1 1 0,3 1 0,5-2 0,3 1 0,2-1 0,-3 1 0,-4 1 0,-4 0 0,-1 1 0,-1-1 0,-2 0 0,-1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0:43.701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3 0 24575,'-2'7'0,"1"14"0,1 33 0,0 41 0,0-35 0,0 4 0,1 15 0,-1 3 0,2 2 0,0-1 0,1-9 0,1-4 0,0-10 0,0-7 0,3 10 0,-1-32 0,-1-12 0,-2-6 0,-1-3 0,0-2 0,-1-3 0,0-3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0:48.334"/>
    </inkml:context>
    <inkml:brush xml:id="br0">
      <inkml:brushProperty name="width" value="0.025" units="cm"/>
      <inkml:brushProperty name="height" value="0.025" units="cm"/>
      <inkml:brushProperty name="color" value="#FF0066"/>
    </inkml:brush>
  </inkml:definitions>
  <inkml:trace contextRef="#ctx0" brushRef="#br0">1 47 24575,'0'-1'0,"12"8"0,19 17 0,24 16 0,20 15 0,6 0 0,-10-9 0,-17-12 0,-18-13 0,-15-9 0,-8-4 0,-6-4 0,-3-1 0,-2-1 0,0-2 0,1-10 0,6-17 0,7-20 0,21-39 0,-7 21 0,9-9 0,-22 46 0,-6 14 0,-8 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1:42.485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0 24575,'0'27'0,"0"11"0,0 16 0,0 14 0,0 9 0,0 11 0,0-37 0,1 1 0,-1 6 0,2 0 0,-1 5 0,1 0 0,1 1 0,0 0 0,0-2 0,1-2 0,-1-3 0,1-2 0,0-5 0,-1 0 0,3 40 0,0-12 0,1-9 0,0-8 0,1-5 0,0 0 0,-2-2 0,-1-1 0,-1-6 0,0-3 0,-1-6 0,-2-5 0,0-2 0,-1 0 0,0 3 0,1 2 0,0-1 0,0-3 0,-1-6 0,0-5 0,0-2 0,0 2 0,0 4 0,0 4 0,-1 3 0,0 1 0,1-1 0,-2-3 0,0 1 0,0 1 0,-1 3 0,-1 2 0,1-1 0,0-2 0,1-2 0,0-5 0,1-4 0,1-7 0,0-4 0,0-4 0,0 2 0,-2 6 0,-1 5 0,-2 5 0,0 1 0,1 2 0,-1 2 0,1 1 0,1-2 0,1-6 0,0-5 0,0-4 0,0-1 0,1-1 0,-1 2 0,1 1 0,-1 2 0,0 1 0,0 1 0,-1 2 0,1 0 0,-1 1 0,0-2 0,2-1 0,0-3 0,1-3 0,0-1 0,0-2 0,0 2 0,0 2 0,0 2 0,0 5 0,0 3 0,0 5 0,0 10 0,0 14 0,1 14 0,1 4 0,3-2 0,1-12 0,1-16 0,-2-13 0,-1-11 0,0-7 0,-1-2 0,2 0 0,1 1 0,4 2 0,7 3 0,8 4 0,7 2 0,7 2 0,3-3 0,-1-7 0,6-6 0,-1-11 0,1-8 0,2-7 0,-3-5 0,2 2 0,5 1 0,2 3 0,2 1 0,0 2 0,2 1 0,0 0 0,1 1 0,5-1 0,7-2 0,12 0 0,8 1 0,6 4 0,-48 6 0,1 2 0,1 0 0,1 0 0,4 1 0,1 0 0,3 0 0,1 0 0,2 0 0,0 0 0,0 1 0,0-1 0,2 0 0,1 0 0,-1 1 0,-1 0 0,-4 0 0,-2 0 0,-6 0 0,-2 1 0,29-3 0,-19-1 0,-6-2 0,-8-3 0,-4-1 0,-4-1 0,-5 2 0,-3 1 0,-1 1 0,6 0 0,6 3 0,7 1 0,4 3 0,2 2 0,-3 0 0,-4 1 0,-3 0 0,-8-1 0,-4-1 0,-4 0 0,-1 0 0,-1 1 0,0 0 0,-1 2 0,-6 0 0,-5-1 0,-3 1 0,-1-1 0,1 0 0,-1-2 0,-4 0 0,-2-1 0,-3-6 0,-1-15 0,-1-22 0,0-27 0,-3-22 0,1 41 0,-2-2 0,-1 0 0,-1 0 0,-7-44 0,-1 7 0,1 10 0,2 5 0,2-3 0,3-8 0,1-11 0,3 43 0,0 0 0,2-2 0,-1-1 0,0 2 0,1 0 0,0 2 0,0 1 0,0 2 0,0 0 0,2-48 0,3 8 0,1 8 0,1 14 0,-3 10 0,-2 1 0,-2-3 0,0-12 0,0-17 0,0 35 0,0-1 0,0-7 0,1-2 0,0-8 0,1-2 0,0-2 0,-1 0 0,1 4 0,-1 1 0,0 7 0,-1 2 0,-1-33 0,0 26 0,0 18 0,2 17 0,2 9 0,3 6 0,0 6 0,0 5 0,-3 4 0,-2 2 0,-4 2 0,-3 1 0,-10 0 0,-16 0 0,-12 0 0,-6 1 0,2 0 0,7 0 0,5-1 0,5 0 0,5 0 0,6 0 0,5 0 0,3 0 0,3 0 0,2 0 0,1 0 0,1 0 0,0 0 0,-2 0 0,-4 0 0,-5 0 0,-4 0 0,-1 0 0,-1 1 0,1 0 0,2 0 0,1 0 0,3 0 0,0-1 0,1 1 0,-2 0 0,-3 0 0,-4-1 0,-3 1 0,0 0 0,1 0 0,3 1 0,3-1 0,3 0 0,1 0 0,2 0 0,-2 0 0,-2 0 0,-4 1 0,-7-1 0,-11 2 0,-12 1 0,-10-1 0,-5 1 0,4-1 0,-1 0 0,8-2 0,6 0 0,6-1 0,7 0 0,-2-1 0,-4 0 0,-6-1 0,-9 0 0,-4 1 0,1 0 0,2 1 0,9 0 0,5 0 0,6 0 0,4 0 0,1 0 0,-2 0 0,-4 1 0,-2 0 0,-4 1 0,-5 0 0,-5 1 0,-5 0 0,-4 0 0,1-1 0,2 1 0,-3 1 0,-1 1 0,-4 1 0,-1 0 0,6 0 0,6-1 0,6-1 0,5-3 0,3-1 0,3 0 0,3 1 0,4 0 0,5 0 0,7 0 0,5-1 0,3 0 0,4 0 0,-2 2 0,0 2 0,-2 2 0,2 0 0,2-3 0,1-1 0,1-2 0,-1 2 0,-1-1 0,-1 0 0,0 0 0,-1-1 0,-3 0 0,-4 4 0,-8 5 0,0 2 0,2-1 0,7-6 0,9-3 0,2-1 0,2 0 0,2 0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1:49.234"/>
    </inkml:context>
    <inkml:brush xml:id="br0">
      <inkml:brushProperty name="width" value="0.025" units="cm"/>
      <inkml:brushProperty name="height" value="0.025" units="cm"/>
      <inkml:brushProperty name="color" value="#FFC114"/>
    </inkml:brush>
  </inkml:definitions>
  <inkml:trace contextRef="#ctx0" brushRef="#br0">1 2319 24575,'0'-29'0,"0"-37"0,0 2 0,0-9 0,0-22 0,0-7 0,0 23 0,0-2 0,0-1 0,0 1 0,-1 0 0,2 2 0,0 5 0,0 1 0,1 3 0,2-22 0,2 5 0,1 19 0,1 4 0,1 11 0,0 6 0,5-11 0,-4 23 0,-6 19 0,-3 5 0,5-14 0,9-35 0,8-26 0,-9 36 0,-1 1 0,10-39 0,-8 31 0,-7 22 0,-6 21 0,-1 10 0,-3 5 0,0 3 0,-1 3 0,-1 2 0,0 1 0,-1-1 0,1-3 0,-1-2 0,-2-3 0,-5-3 0,-8-7 0,-6-8 0,-4-8 0,3 0 0,9 5 0,9 8 0,9 8 0,12 9 0,15 10 0,12 7 0,8 6 0,-3-3 0,-9-4 0,-10-6 0,-10-6 0,-8-3 0,-7-6 0,-12-7 0,-12-11 0,-10-6 0,-5-6 0,4 4 0,8 6 0,8 6 0,11 6 0,5 4 0,8-2 0,14-3 0,20-6 0,26-8 0,11-1 0,1 4 0,-13 5 0,-22 9 0,-14 2 0,-14 4 0,-5 0 0,-3 0 0,-1 2 0,-2 3 0,-2 5 0,-2 8 0,-7 12 0,-13 16 0,-8 6 0,-6-1 0,5-9 0,9-16 0,9-12 0,7-9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3:54.801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1649 1 24575,'-10'0'0,"-19"0"0,-38 0 0,9 0 0,-8 0 0,-24 2 0,-7 2 0,22 2 0,-2 1 0,-1 3 0,-2 3 0,-1 2 0,2 3-185,3 3 1,2 3 0,3 4 184,7 0 0,3 4 0,4 1 0,-15 17 0,7 4 0,11 0 0,8 3 0,12-2 0,6 2 0,8-2 0,4 0 0,6-2 0,3-1 0,1 46 0,12-14 553,9-13-553,6-15 0,2-17 0,-6-13 0,-6-13 0,-4-7 0,-4-4 0,0-1 0,-1 0 0,1 0 0,-1 1 0,1 0 0,0 2 0,0 0 0,-1 0 0,1-1 0,-2 0 0,1-1 0,0 1 0,1 1 0,2 3 0,1 2 0,2 4 0,5 8 0,6 10 0,6 12 0,4 6 0,1 0 0,-2-6 0,-5-11 0,-7-12 0,-7-8 0,-5-7 0,-3-4 0,-6-2 0,-6-3 0,-10-1 0,-8-1 0,-12 2 0,-5 3 0,-1 1 0,4 3 0,14 1 0,12 1 0,21-5 0,29-11 0,30-11 0,19-8 0,2 1 0,-17 8 0,-23 8 0,-19 8 0,-16 3 0,-13 2 0,-16 6 0,-20 8 0,-13 7 0,-4 4 0,5-2 0,15-7 0,11-5 0,13-4 0,12-1 0,13 8 0,14 14 0,30 37 0,-25-27 0,1 3 0,0-1 0,0 0 0,21 29 0,-25-35 0,-7-10 0,-10-12 0,-5-8 0,-2-6 0,-3-11 0,-1-17 0,-4-15 0,-1-11 0,-2 0 0,2 12 0,2 13 0,2 15 0,1 8 0,0 3 0,0 1 0,0-3 0,2-3 0,0-3 0,1 1 0,0 0 0,-1 7 0,-2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4:34.152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1 24575,'18'0'0,"19"0"0,45 0 0,-21 0 0,4 2 0,8 3 0,2 3 0,6 7 0,0 8 0,0 11 0,-4 8 0,-3 8 0,-4 4 0,-2 4 0,-5 4 0,-10-1 0,-6 2 0,-12-2 0,-7 3 0,-4 3 0,-6 2 0,-4 3 0,-5 1 0,-6 4 0,-6 1 0,-6-1 0,-7-1 0,-5 0 0,-6-1 0,-6-1 0,-5-2 0,-2-4 0,-1-1 0,3-5 0,1-3 0,3-5 0,2-2 0,-16 31 0,16-26 0,12-17 0,11-18 0,5-12 0,2-8 0,-4-7 0,-11-10 0,-9-9 0,-14-9 0,-2-1 0,6 4 0,9 8 0,15 10 0,11 10 0,15 12 0,17 16 0,14 12 0,12 8 0,-1-1 0,-9-10 0,-10-8 0,-14-10 0,-9-7 0,-9-4 0,-14-3 0,-17-6 0,-22-10 0,-13-11 0,-5-8 0,7 1 0,15 8 0,16 10 0,16 17 0,13 25 0,9 24 0,6 16 0,2 3 0,-3-12 0,-4-18 0,-3-15 0,-4-15 0,-2-8 0,1-2 0,1-2 0,7-5 0,13-10 0,19-20 0,17-14 0,6-7 0,-5 7 0,-17 15 0,-17 14 0,-15 12 0,-8 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7:08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24575,'2'1'0,"-1"0"0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4:06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24575,'0'3'0,"0"-1"0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4:05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23036,'3'2'0,"-1"0"0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27:56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24575,'2'6'0,"1"-2"0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1:47:08.3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2ABF-C651-B23A-EA85-E76DBA4C7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B8443-C1E2-12A3-87C9-C41BCD5D6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7293-26CA-23DA-FAD0-9D061E83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5221A-06F8-E1E3-4525-621787D10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0B46-A28E-7B62-0AA5-B756AED5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0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3057-0BF9-8081-FB18-56B8AADC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BDEE3-F347-E41A-58B5-571C19AF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20C9D-6FCE-9806-8D47-683DA5D0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BFA9-CFCC-E721-B1BD-275AAE11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C06B0-56BB-57DD-320A-2DD8B3E6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7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DBFF-BE5D-7580-FD35-A5DDA077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F91D7-787C-FC2E-63E7-A6669509B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9332-9C37-53A7-2E61-CD5DD8A7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DC51-5C19-A0E3-323D-0558C554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515A-6CE8-24AB-B724-A6EF99904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5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0B-C087-5FDA-CF48-AB5E2CE5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EC15-593D-CD35-F3CE-120DFD258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AAAB5-2F24-1560-F4FE-48576F42A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ED5E0-1FF1-CA1E-29D7-D65487D0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7154B-423F-1E21-F72A-03C2092C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8F84C-3BE6-1B44-6EB6-C8C882C2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5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39FF-5FCC-FB05-0C18-5583909A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36D4A-B2BB-8B90-B04F-DC65F4F88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28648-F6C3-C82E-E207-23ABB300E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58741-7F4D-DA2F-FF30-ADFF42555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8B59D-D5C4-FE1D-5D0D-6A9188701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94B3F-ADBE-DBA3-97D3-C5E593B1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C6147-6949-527A-06DC-4D4A19F9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E4D15-7D62-FB5C-504D-58624FCC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1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6351-C9FE-B9F8-5E92-35DF46B5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5F3D9-BF26-6DB8-FF6D-F34E411A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76793-A3BE-DDA3-3D6B-D2E6F411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5D484-F500-579E-D725-C7AB7C87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8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3B16BD-DFC4-B6F6-5652-883E29AF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30B7C-682F-023F-7913-08FB15C9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445FE-024D-8BF4-58FC-0E7F08EE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6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1C61-8119-255D-77DE-C953BD1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7105-2A85-9D30-298E-1564F4EA6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136AA-C054-AC08-E02B-2F669C881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F2A99-BD06-F2F1-4334-D5FDB5F2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39378-39DF-910F-D898-B1C6A0E0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176BE-6AE5-87E1-C157-68C707AE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8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7E519-310B-BDA2-53F8-2A499EFF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222E6-2AEC-A7DD-04B5-B038CED95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52FC5-BB95-FBD2-1792-72CD8C7AB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95506-47C3-6227-48D7-B8442700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4F69F-CB5E-740F-29AE-6BA76DB10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2AEFF-A686-785D-79A7-0A74AB07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3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4B47-23C5-B004-D25D-9D3BDCFA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E5128-FBBC-2AD0-008A-EE0F06955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F5588-B22F-B2DC-2C0D-7827F946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4EC09-EE58-2C88-1DE8-FC44D29B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DD883-212F-FF34-5445-0320B46F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4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005F4-4365-29E2-E68E-517830931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EDE6D-BD5D-BB7B-10F4-6B24EBBE5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A089C-701F-E499-BE07-421E1FDD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CF2C3-75FE-F9D4-89C1-244FAF30A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299E6-BD4F-4494-28F7-F346367E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6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D0F61-E3DB-B0A4-0EC7-36EA7EC8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5076C-51AA-1309-0BE7-85FBD398D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9E3D1-B752-6CB7-3636-F0488E394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A11E2-D1EF-2F40-9EDA-A7C9F8BCD33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636D7-8F96-CB05-CCCC-6E264F778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4CCF8-7498-AB1F-4D1F-0C3A92B1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29C71-C4F3-7C41-858A-7DDBCD7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2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image" Target="../media/image11.png"/><Relationship Id="rId26" Type="http://schemas.openxmlformats.org/officeDocument/2006/relationships/customXml" Target="../ink/ink10.xml"/><Relationship Id="rId39" Type="http://schemas.openxmlformats.org/officeDocument/2006/relationships/image" Target="../media/image22.png"/><Relationship Id="rId21" Type="http://schemas.openxmlformats.org/officeDocument/2006/relationships/customXml" Target="../ink/ink8.xml"/><Relationship Id="rId34" Type="http://schemas.openxmlformats.org/officeDocument/2006/relationships/customXml" Target="../ink/ink14.xml"/><Relationship Id="rId42" Type="http://schemas.openxmlformats.org/officeDocument/2006/relationships/customXml" Target="../ink/ink18.xml"/><Relationship Id="rId47" Type="http://schemas.openxmlformats.org/officeDocument/2006/relationships/image" Target="../media/image26.png"/><Relationship Id="rId50" Type="http://schemas.openxmlformats.org/officeDocument/2006/relationships/customXml" Target="../ink/ink22.xml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29" Type="http://schemas.openxmlformats.org/officeDocument/2006/relationships/image" Target="../media/image17.png"/><Relationship Id="rId11" Type="http://schemas.openxmlformats.org/officeDocument/2006/relationships/customXml" Target="../ink/ink4.xml"/><Relationship Id="rId24" Type="http://schemas.openxmlformats.org/officeDocument/2006/relationships/image" Target="../media/image14.png"/><Relationship Id="rId32" Type="http://schemas.openxmlformats.org/officeDocument/2006/relationships/customXml" Target="../ink/ink13.xml"/><Relationship Id="rId37" Type="http://schemas.openxmlformats.org/officeDocument/2006/relationships/image" Target="../media/image21.png"/><Relationship Id="rId40" Type="http://schemas.openxmlformats.org/officeDocument/2006/relationships/customXml" Target="../ink/ink17.xml"/><Relationship Id="rId45" Type="http://schemas.openxmlformats.org/officeDocument/2006/relationships/image" Target="../media/image25.png"/><Relationship Id="rId53" Type="http://schemas.openxmlformats.org/officeDocument/2006/relationships/image" Target="../media/image29.png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19" Type="http://schemas.openxmlformats.org/officeDocument/2006/relationships/customXml" Target="../ink/ink7.xml"/><Relationship Id="rId31" Type="http://schemas.openxmlformats.org/officeDocument/2006/relationships/image" Target="../media/image18.png"/><Relationship Id="rId44" Type="http://schemas.openxmlformats.org/officeDocument/2006/relationships/customXml" Target="../ink/ink19.xml"/><Relationship Id="rId52" Type="http://schemas.openxmlformats.org/officeDocument/2006/relationships/customXml" Target="../ink/ink23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9.png"/><Relationship Id="rId22" Type="http://schemas.openxmlformats.org/officeDocument/2006/relationships/customXml" Target="../ink/ink9.xml"/><Relationship Id="rId27" Type="http://schemas.openxmlformats.org/officeDocument/2006/relationships/image" Target="../media/image16.png"/><Relationship Id="rId30" Type="http://schemas.openxmlformats.org/officeDocument/2006/relationships/customXml" Target="../ink/ink12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21.xml"/><Relationship Id="rId8" Type="http://schemas.openxmlformats.org/officeDocument/2006/relationships/image" Target="../media/image5.png"/><Relationship Id="rId51" Type="http://schemas.openxmlformats.org/officeDocument/2006/relationships/image" Target="../media/image28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customXml" Target="../ink/ink6.xml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6.xml"/><Relationship Id="rId46" Type="http://schemas.openxmlformats.org/officeDocument/2006/relationships/customXml" Target="../ink/ink20.xml"/><Relationship Id="rId20" Type="http://schemas.openxmlformats.org/officeDocument/2006/relationships/image" Target="../media/image12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5.xml"/><Relationship Id="rId23" Type="http://schemas.openxmlformats.org/officeDocument/2006/relationships/image" Target="../media/image13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49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customXml" Target="../ink/ink2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15.png"/><Relationship Id="rId5" Type="http://schemas.openxmlformats.org/officeDocument/2006/relationships/customXml" Target="../ink/ink24.xml"/><Relationship Id="rId15" Type="http://schemas.openxmlformats.org/officeDocument/2006/relationships/image" Target="../media/image32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customXml" Target="../ink/ink25.xml"/><Relationship Id="rId14" Type="http://schemas.openxmlformats.org/officeDocument/2006/relationships/customXml" Target="../ink/ink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78C4C9D7-B906-0CDB-5D3D-742C14253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9" y="3729780"/>
            <a:ext cx="2718104" cy="15372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8ED3967-76A6-E400-93FB-89AB88C0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97" y="3888562"/>
            <a:ext cx="3498291" cy="1972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195769-A64E-5C83-8A14-4EDE27536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771" y="2460218"/>
            <a:ext cx="4046017" cy="23089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3746FFF-DBD6-D0C3-4D76-8A6B76986203}"/>
                  </a:ext>
                </a:extLst>
              </p14:cNvPr>
              <p14:cNvContentPartPr/>
              <p14:nvPr/>
            </p14:nvContentPartPr>
            <p14:xfrm>
              <a:off x="3360733" y="4077206"/>
              <a:ext cx="648637" cy="35207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3746FFF-DBD6-D0C3-4D76-8A6B769862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4614" y="4071086"/>
                <a:ext cx="660875" cy="364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DA23F16-AEA8-640C-5679-553E2E2A3C70}"/>
                  </a:ext>
                </a:extLst>
              </p14:cNvPr>
              <p14:cNvContentPartPr/>
              <p14:nvPr/>
            </p14:nvContentPartPr>
            <p14:xfrm>
              <a:off x="7233688" y="4498396"/>
              <a:ext cx="976353" cy="57347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DA23F16-AEA8-640C-5679-553E2E2A3C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27570" y="4492276"/>
                <a:ext cx="988589" cy="5857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78EB3A-A1C6-393A-B3E0-8E039CBFFF07}"/>
                  </a:ext>
                </a:extLst>
              </p14:cNvPr>
              <p14:cNvContentPartPr/>
              <p14:nvPr/>
            </p14:nvContentPartPr>
            <p14:xfrm>
              <a:off x="4259579" y="4324019"/>
              <a:ext cx="360" cy="2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78EB3A-A1C6-393A-B3E0-8E039CBFFF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53459" y="4317899"/>
                <a:ext cx="126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02244C3-0BB5-1F6B-84BE-9EE4B8649FC8}"/>
                  </a:ext>
                </a:extLst>
              </p14:cNvPr>
              <p14:cNvContentPartPr/>
              <p14:nvPr/>
            </p14:nvContentPartPr>
            <p14:xfrm>
              <a:off x="3162640" y="3584362"/>
              <a:ext cx="777600" cy="304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02244C3-0BB5-1F6B-84BE-9EE4B8649F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56520" y="3578242"/>
                <a:ext cx="789840" cy="31644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4AC0A29-D537-8426-DD56-C443A01187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840" y="208392"/>
            <a:ext cx="3326295" cy="1913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01F4B7-0E67-EA32-83A0-42469B16E8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3550" y="208392"/>
            <a:ext cx="3326296" cy="19186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B82FF8-8024-5FBD-FC0F-D0768ED5E486}"/>
                  </a:ext>
                </a:extLst>
              </p14:cNvPr>
              <p14:cNvContentPartPr/>
              <p14:nvPr/>
            </p14:nvContentPartPr>
            <p14:xfrm>
              <a:off x="2792676" y="1138719"/>
              <a:ext cx="1869480" cy="323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B82FF8-8024-5FBD-FC0F-D0768ED5E48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6556" y="1132599"/>
                <a:ext cx="18817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7F7E4B2-3028-863B-0950-97759F2FAE5E}"/>
                  </a:ext>
                </a:extLst>
              </p14:cNvPr>
              <p14:cNvContentPartPr/>
              <p14:nvPr/>
            </p14:nvContentPartPr>
            <p14:xfrm>
              <a:off x="5255816" y="1289711"/>
              <a:ext cx="410400" cy="954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7F7E4B2-3028-863B-0950-97759F2FAE5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49696" y="1283591"/>
                <a:ext cx="422640" cy="9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CC44E39-5022-859A-88DD-B4ED488B96DA}"/>
                  </a:ext>
                </a:extLst>
              </p14:cNvPr>
              <p14:cNvContentPartPr/>
              <p14:nvPr/>
            </p14:nvContentPartPr>
            <p14:xfrm>
              <a:off x="5481630" y="2232900"/>
              <a:ext cx="166320" cy="154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CC44E39-5022-859A-88DD-B4ED488B96D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75510" y="2226780"/>
                <a:ext cx="178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759CEF-CFF6-0B2A-D180-FA42F215538B}"/>
                  </a:ext>
                </a:extLst>
              </p14:cNvPr>
              <p14:cNvContentPartPr/>
              <p14:nvPr/>
            </p14:nvContentPartPr>
            <p14:xfrm>
              <a:off x="2716619" y="2223779"/>
              <a:ext cx="2160" cy="2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759CEF-CFF6-0B2A-D180-FA42F215538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0499" y="2217659"/>
                <a:ext cx="1440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8794D15-8D2A-0F3E-17DC-289D0161AC3B}"/>
                  </a:ext>
                </a:extLst>
              </p14:cNvPr>
              <p14:cNvContentPartPr/>
              <p14:nvPr/>
            </p14:nvContentPartPr>
            <p14:xfrm>
              <a:off x="6484330" y="3299690"/>
              <a:ext cx="2475360" cy="81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8794D15-8D2A-0F3E-17DC-289D0161AC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78210" y="3293570"/>
                <a:ext cx="2487600" cy="826200"/>
              </a:xfrm>
              <a:prstGeom prst="rect">
                <a:avLst/>
              </a:prstGeom>
            </p:spPr>
          </p:pic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97F9C036-FF01-E363-2831-888A0F7A8A1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45882" y="1940725"/>
            <a:ext cx="661001" cy="6888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F86FBAE-AA41-EB17-138D-5B3BC68C4FE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28826" y="2260211"/>
            <a:ext cx="546130" cy="569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7DFD972-2059-C6CE-5E5F-AC55566D07C3}"/>
                  </a:ext>
                </a:extLst>
              </p14:cNvPr>
              <p14:cNvContentPartPr/>
              <p14:nvPr/>
            </p14:nvContentPartPr>
            <p14:xfrm>
              <a:off x="10130931" y="1550564"/>
              <a:ext cx="2160" cy="4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7DFD972-2059-C6CE-5E5F-AC55566D07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24811" y="1544444"/>
                <a:ext cx="14400" cy="1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16D591E-26EC-20D5-1F5C-A0C25FE1E404}"/>
              </a:ext>
            </a:extLst>
          </p:cNvPr>
          <p:cNvGrpSpPr/>
          <p:nvPr/>
        </p:nvGrpSpPr>
        <p:grpSpPr>
          <a:xfrm>
            <a:off x="7681548" y="2318257"/>
            <a:ext cx="1676160" cy="415440"/>
            <a:chOff x="7681548" y="2318257"/>
            <a:chExt cx="16761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718AB80-F372-6390-6745-2686926ACC89}"/>
                    </a:ext>
                  </a:extLst>
                </p14:cNvPr>
                <p14:cNvContentPartPr/>
                <p14:nvPr/>
              </p14:nvContentPartPr>
              <p14:xfrm>
                <a:off x="7681548" y="2622817"/>
                <a:ext cx="421560" cy="110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718AB80-F372-6390-6745-2686926ACC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75428" y="2616697"/>
                  <a:ext cx="433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C172DC-8571-A019-BFB0-C5CF64BB0F04}"/>
                    </a:ext>
                  </a:extLst>
                </p14:cNvPr>
                <p14:cNvContentPartPr/>
                <p14:nvPr/>
              </p14:nvContentPartPr>
              <p14:xfrm>
                <a:off x="8714388" y="2318257"/>
                <a:ext cx="643320" cy="177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C172DC-8571-A019-BFB0-C5CF64BB0F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08268" y="2312137"/>
                  <a:ext cx="6555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49D71FB-0C05-9F17-8552-5989BD9B57AB}"/>
                  </a:ext>
                </a:extLst>
              </p14:cNvPr>
              <p14:cNvContentPartPr/>
              <p14:nvPr/>
            </p14:nvContentPartPr>
            <p14:xfrm>
              <a:off x="7549068" y="1818577"/>
              <a:ext cx="2066760" cy="7135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49D71FB-0C05-9F17-8552-5989BD9B57A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42948" y="1812457"/>
                <a:ext cx="2079000" cy="72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C9145CC-4578-7788-13FA-BD62BF095E5C}"/>
                  </a:ext>
                </a:extLst>
              </p14:cNvPr>
              <p14:cNvContentPartPr/>
              <p14:nvPr/>
            </p14:nvContentPartPr>
            <p14:xfrm>
              <a:off x="7529361" y="2465455"/>
              <a:ext cx="209520" cy="115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C9145CC-4578-7788-13FA-BD62BF095E5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23241" y="2459335"/>
                <a:ext cx="22176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7E263F4-419F-8B8C-7048-7BA2CFB24AA2}"/>
                  </a:ext>
                </a:extLst>
              </p14:cNvPr>
              <p14:cNvContentPartPr/>
              <p14:nvPr/>
            </p14:nvContentPartPr>
            <p14:xfrm>
              <a:off x="8634797" y="4242544"/>
              <a:ext cx="1195920" cy="18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7E263F4-419F-8B8C-7048-7BA2CFB24AA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630477" y="4238224"/>
                <a:ext cx="12045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FAC1557-4450-9E3E-FB5B-E2B34F2EA529}"/>
                  </a:ext>
                </a:extLst>
              </p14:cNvPr>
              <p14:cNvContentPartPr/>
              <p14:nvPr/>
            </p14:nvContentPartPr>
            <p14:xfrm>
              <a:off x="8582237" y="4252984"/>
              <a:ext cx="1277640" cy="14403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FAC1557-4450-9E3E-FB5B-E2B34F2EA52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77917" y="4248664"/>
                <a:ext cx="1286280" cy="14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266E2BC-A670-2653-9627-0581B6D38E7E}"/>
                  </a:ext>
                </a:extLst>
              </p14:cNvPr>
              <p14:cNvContentPartPr/>
              <p14:nvPr/>
            </p14:nvContentPartPr>
            <p14:xfrm>
              <a:off x="9091997" y="5689710"/>
              <a:ext cx="16920" cy="3736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266E2BC-A670-2653-9627-0581B6D38E7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087677" y="5685390"/>
                <a:ext cx="2556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7B2DBA6-6011-EBF9-020B-8E342DC32452}"/>
                  </a:ext>
                </a:extLst>
              </p14:cNvPr>
              <p14:cNvContentPartPr/>
              <p14:nvPr/>
            </p14:nvContentPartPr>
            <p14:xfrm>
              <a:off x="8976080" y="5980937"/>
              <a:ext cx="226800" cy="128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7B2DBA6-6011-EBF9-020B-8E342DC3245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71760" y="5976617"/>
                <a:ext cx="235440" cy="137520"/>
              </a:xfrm>
              <a:prstGeom prst="rect">
                <a:avLst/>
              </a:prstGeom>
            </p:spPr>
          </p:pic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781E8279-3AC3-F0A8-3684-32F91D6E681C}"/>
              </a:ext>
            </a:extLst>
          </p:cNvPr>
          <p:cNvSpPr txBox="1"/>
          <p:nvPr/>
        </p:nvSpPr>
        <p:spPr>
          <a:xfrm>
            <a:off x="8460475" y="6154057"/>
            <a:ext cx="13112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Inventory increases randomly over 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89ADFE-E1E8-10F1-C9E0-7F833C6C844C}"/>
                  </a:ext>
                </a:extLst>
              </p14:cNvPr>
              <p14:cNvContentPartPr/>
              <p14:nvPr/>
            </p14:nvContentPartPr>
            <p14:xfrm>
              <a:off x="9966895" y="4242491"/>
              <a:ext cx="1315440" cy="13899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89ADFE-E1E8-10F1-C9E0-7F833C6C84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62575" y="4238171"/>
                <a:ext cx="1324080" cy="13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7A77D9E-DEE6-2D58-728A-E42D18674AAB}"/>
                  </a:ext>
                </a:extLst>
              </p14:cNvPr>
              <p14:cNvContentPartPr/>
              <p14:nvPr/>
            </p14:nvContentPartPr>
            <p14:xfrm>
              <a:off x="10292858" y="3440356"/>
              <a:ext cx="188280" cy="8348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7A77D9E-DEE6-2D58-728A-E42D18674AA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88538" y="3436036"/>
                <a:ext cx="196920" cy="843480"/>
              </a:xfrm>
              <a:prstGeom prst="rect">
                <a:avLst/>
              </a:prstGeom>
            </p:spPr>
          </p:pic>
        </mc:Fallback>
      </mc:AlternateContent>
      <p:sp>
        <p:nvSpPr>
          <p:cNvPr id="92" name="TextBox 91">
            <a:extLst>
              <a:ext uri="{FF2B5EF4-FFF2-40B4-BE49-F238E27FC236}">
                <a16:creationId xmlns:a16="http://schemas.microsoft.com/office/drawing/2014/main" id="{2B27F8DE-6CE8-5177-3F2D-28F8110DE45C}"/>
              </a:ext>
            </a:extLst>
          </p:cNvPr>
          <p:cNvSpPr txBox="1"/>
          <p:nvPr/>
        </p:nvSpPr>
        <p:spPr>
          <a:xfrm>
            <a:off x="10106883" y="2893445"/>
            <a:ext cx="1699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Each potion has a different demands per time phase, hence affecting sell chance and requiring player to choose a potion to sell at a 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D34BEFD-C0F1-D3BE-42BC-AC316093F83B}"/>
                  </a:ext>
                </a:extLst>
              </p14:cNvPr>
              <p14:cNvContentPartPr/>
              <p14:nvPr/>
            </p14:nvContentPartPr>
            <p14:xfrm>
              <a:off x="4902002" y="4398021"/>
              <a:ext cx="593640" cy="700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D34BEFD-C0F1-D3BE-42BC-AC316093F83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897682" y="4393701"/>
                <a:ext cx="602280" cy="708840"/>
              </a:xfrm>
              <a:prstGeom prst="rect">
                <a:avLst/>
              </a:prstGeom>
            </p:spPr>
          </p:pic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761D6AB4-1255-28D5-9823-7DFD5CFCD3EA}"/>
              </a:ext>
            </a:extLst>
          </p:cNvPr>
          <p:cNvSpPr txBox="1"/>
          <p:nvPr/>
        </p:nvSpPr>
        <p:spPr>
          <a:xfrm>
            <a:off x="4612412" y="5072213"/>
            <a:ext cx="1035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Decrease price, increases demand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B321566-3ACA-780F-CD8F-948AEAEA2802}"/>
                  </a:ext>
                </a:extLst>
              </p14:cNvPr>
              <p14:cNvContentPartPr/>
              <p14:nvPr/>
            </p14:nvContentPartPr>
            <p14:xfrm>
              <a:off x="6093716" y="4415874"/>
              <a:ext cx="446040" cy="8589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B321566-3ACA-780F-CD8F-948AEAEA28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089396" y="4411554"/>
                <a:ext cx="454680" cy="867600"/>
              </a:xfrm>
              <a:prstGeom prst="rect">
                <a:avLst/>
              </a:prstGeom>
            </p:spPr>
          </p:pic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1CFA2A0D-2DA2-C02C-992A-CC4F9DF30B2C}"/>
              </a:ext>
            </a:extLst>
          </p:cNvPr>
          <p:cNvSpPr txBox="1"/>
          <p:nvPr/>
        </p:nvSpPr>
        <p:spPr>
          <a:xfrm>
            <a:off x="5838497" y="5320378"/>
            <a:ext cx="957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/>
              <a:t>increase price, decreases demand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691682B-8F43-2E6A-0FB0-C85D63344110}"/>
                  </a:ext>
                </a:extLst>
              </p14:cNvPr>
              <p14:cNvContentPartPr/>
              <p14:nvPr/>
            </p14:nvContentPartPr>
            <p14:xfrm>
              <a:off x="3131936" y="2571794"/>
              <a:ext cx="1080" cy="10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691682B-8F43-2E6A-0FB0-C85D6334411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27616" y="2567474"/>
                <a:ext cx="9720" cy="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69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DE95-3540-EE67-09FC-E70B1E04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C7BA4A8B-7C40-A98A-08E3-2D13D9978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738" y="4874590"/>
            <a:ext cx="2718104" cy="153723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04C269C-CE54-34F2-1006-C2F3938C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97" y="3888562"/>
            <a:ext cx="3498291" cy="1972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E85CAA-1F45-26D7-13BC-61CBC46B9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125" y="203131"/>
            <a:ext cx="3352869" cy="19133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111E061-2B85-E4FD-2BF3-D44E42931143}"/>
                  </a:ext>
                </a:extLst>
              </p14:cNvPr>
              <p14:cNvContentPartPr/>
              <p14:nvPr/>
            </p14:nvContentPartPr>
            <p14:xfrm>
              <a:off x="4259579" y="4324019"/>
              <a:ext cx="360" cy="21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111E061-2B85-E4FD-2BF3-D44E4293114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3459" y="4317899"/>
                <a:ext cx="12600" cy="144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2087267-01C0-EF66-F649-4E38042A8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40" y="208392"/>
            <a:ext cx="3326295" cy="19133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F4A4DB-8A5B-AE01-78B4-78951CF87C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8482" y="203131"/>
            <a:ext cx="3326296" cy="19186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7AB1CA2-D574-2029-B832-69BF3751F2B9}"/>
                  </a:ext>
                </a:extLst>
              </p14:cNvPr>
              <p14:cNvContentPartPr/>
              <p14:nvPr/>
            </p14:nvContentPartPr>
            <p14:xfrm>
              <a:off x="2716619" y="2223779"/>
              <a:ext cx="2160" cy="21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7AB1CA2-D574-2029-B832-69BF3751F2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0499" y="2216435"/>
                <a:ext cx="14400" cy="16848"/>
              </a:xfrm>
              <a:prstGeom prst="rect">
                <a:avLst/>
              </a:prstGeom>
            </p:spPr>
          </p:pic>
        </mc:Fallback>
      </mc:AlternateContent>
      <p:pic>
        <p:nvPicPr>
          <p:cNvPr id="53" name="Picture 52">
            <a:extLst>
              <a:ext uri="{FF2B5EF4-FFF2-40B4-BE49-F238E27FC236}">
                <a16:creationId xmlns:a16="http://schemas.microsoft.com/office/drawing/2014/main" id="{8A5D7095-F77F-30AF-CFE3-9D814F9F0E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633" y="3022024"/>
            <a:ext cx="546131" cy="56912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11C8EF9-6ABE-A307-55A5-F68596C2EB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6771" y="2505653"/>
            <a:ext cx="546130" cy="5691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A2D608C-A465-CA72-E7CF-A87764D8F3A2}"/>
                  </a:ext>
                </a:extLst>
              </p14:cNvPr>
              <p14:cNvContentPartPr/>
              <p14:nvPr/>
            </p14:nvContentPartPr>
            <p14:xfrm>
              <a:off x="10130931" y="1550564"/>
              <a:ext cx="2160" cy="43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A2D608C-A465-CA72-E7CF-A87764D8F3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24811" y="1543888"/>
                <a:ext cx="14400" cy="17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EA9ED46-BD61-6093-C501-EEEEEA353DDF}"/>
                  </a:ext>
                </a:extLst>
              </p14:cNvPr>
              <p14:cNvContentPartPr/>
              <p14:nvPr/>
            </p14:nvContentPartPr>
            <p14:xfrm>
              <a:off x="3131936" y="2571794"/>
              <a:ext cx="1080" cy="10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EA9ED46-BD61-6093-C501-EEEEEA353D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28696" y="2567474"/>
                <a:ext cx="7560" cy="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432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41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Jeremiah enciso</dc:creator>
  <cp:lastModifiedBy>Jeremiah enciso</cp:lastModifiedBy>
  <cp:revision>2</cp:revision>
  <dcterms:created xsi:type="dcterms:W3CDTF">2026-05-25T10:08:26Z</dcterms:created>
  <dcterms:modified xsi:type="dcterms:W3CDTF">2026-05-26T16:33:56Z</dcterms:modified>
</cp:coreProperties>
</file>