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0"/>
    <p:restoredTop sz="94643"/>
  </p:normalViewPr>
  <p:slideViewPr>
    <p:cSldViewPr snapToGrid="0">
      <p:cViewPr>
        <p:scale>
          <a:sx n="117" d="100"/>
          <a:sy n="117" d="100"/>
        </p:scale>
        <p:origin x="4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0:09:54.8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1801 0 24575,'-45'1'0,"0"0"0,7 3 0,-2 1 0,-5 2 0,3-1 0,-5 1 0,-2 2 0,-2 1 0,2 1-1150,5 0 1,1 2-1,-2 1 1,1 0-1,0 1 1,0 1 1149,0 0 0,-1 1 0,0 1 0,1 1 0,0 0 0,2 0 0,-4 2 0,0 1 0,2 0 0,0 1 0,3-1 205,-3 2 0,2 1 0,1-1 0,3-1-205,0 3 0,2-2 0,3 0 662,-6 5 1,4 0-663,6-5 0,3-1 0,6-4 0,1-2 0,-15 12 3585,2-5-3585,4-6 1167,8-6-1167,6-6 0,8-3 0,3-6 0,2-6 0,1-7 0,3-18 0,-1-11 0,1-4 0,-1 4 0,0 16 0,0 9 0,-1 9 0,0 4 0,0 4 0,-1 4 0,1 7 0,-1 9 0,0 24 0,-1-14 0,0 1 0,-2 1 0,0 0 0,0-1 0,-2-2 0,-4 8 0,1-12 0,4-7 0,2-6 0,1-1 0,0 1 0,1 4 0,0 4 0,0 3 0,1 3 0,1 1 0,3-3 0,3-5 0,5-6 0,4-4 0,6-4 0,4-1 0,2-2 0,-3 0 0,-7-1 0,-6 2 0,-5 0 0,-5 0 0,-1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0:10:19.6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24575,'9'15'0,"17"19"0,16 10 0,9 9 0,-3-7 0,3 4 0,5 0-805,-4-3 0,2 0 0,3 1 0,2 1 805,-3-5 0,2 0 0,2 1 0,0-1 0,1-1-420,-1-2 0,0-1 1,1-2-1,1 1 0,0-2 420,3 1 0,1-1 0,1 0 0,0-2 0,0-2 0,-3-2 0,1-2 0,-1-1 0,0-2 0,-2-2 84,6 1 0,0-2 0,-2-3 0,-1-1-84,11 1 0,-1-3 0,-4-4 0,10-4 0,-8-7 0,-20-6 0,-7-7 1384,14-23-1384,-29-14 2537,-18 2-2537,-7 9 1062,-4 11-1062,-2 13 0,3 7 0,0 3 0,1 3 0,-1 2 0,0 2 0,-2 0 0,0 0 0,-1 2 0,2 4 0,2 9 0,5 8 0,2 4 0,0-2 0,0-6 0,-2-6 0,-2-3 0,-3-4 0,-2-5 0,-2-6 0,-10-14 0,-14-16 0,-5 2 0,-5-1 0,-7-6 0,-2 0 0,0 1 0,1 2 0,5 5 0,4 3 0,2 1 0,19 11 0,19 13 0,20 15 0,18 14 0,18 14 0,-24-16 0,0-1 0,-3-2 0,-1-1 0,19 14 0,-21-13 0,-23-14 0,-7-4 0,-2 1 0,-5 12 0,-10 21 0,-10 17 0,-10 16 0,1-13 0,9-17 0,11-21 0,11-19 0,2-5 0,3-3 0,0-3 0,1-8 0,2-20 0,0-23 0,-2-23 0,-3 36 0,0 0 0,-1 2 0,0 1 0,0-26 0,0 25 0,0 18 0,0 13 0,-1 7 0,-1 1 0,1 3 0,-2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4:06.2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24575,'0'3'0,"0"-1"0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4:58.5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0 844 24575,'8'-12'0,"22"-19"0,38-26 0,-10 13 0,8-3 0,-10 9 0,5-1 0,3 1-593,11-4 1,3-1 0,3 2 592,4 0 0,3 1 0,1 3 0,-2 4 0,0 3 0,-1 3 9,-4 5 0,-1 2 1,-3 3-10,23 0 0,-4 5 0,-17 6 0,-5 2 0,-16 2 0,-5 1 0,21 2 0,-28 1 1319,-21 1-1319,-14 0 430,-9 0-430,-2-2 0,-3 0 0,-4-2 0,-7-1 0,-10-4 0,-12-6 0,-8-4 0,-6-2 0,-1-1 0,6 3 0,8 4 0,11 3 0,11 5 0,12 2 0,13 4 0,19 5 0,21 8 0,22 8 0,6 5 0,-4 0 0,-14-5 0,-21-6 0,-15-5 0,-13-4 0,-7-3 0,-4 1 0,-6 7 0,-9 11 0,-9 9 0,-3 2 0,2-6 0,9-9 0,7-9 0,6-7 0,1-3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3:05.9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0 393 24575,'30'0'0,"25"0"0,15 0 0,6 0 0,10 0 0,10 0-1175,-22 0 0,6 0 0,5 0 0,3 0 0,3 0 0,0 0 1175,-1 0 0,4 0 0,2 0 0,1 0 0,1 0 0,0 0 0,0 0 0,-11 0 0,1 0 0,0 0 0,1 0 0,-1 0 0,1 0 0,-1 0 0,1 0 0,0 0 0,2 0 0,0 0 0,-1 0 0,0 0 0,-2 0 0,-2 0 0,-4 0 0,24 0 0,-3 0 0,-4 0 0,-4 0 0,-3 0 507,-3 0 0,-2 0 0,-6 0 1,-8 0-508,28 0 0,-25 0 1126,-42 0-1126,-20 0 0,-1 1 0,17 4 3895,22 2-3895,40 1 0,-27-4 0,3 0 0,6-3 0,1 1 0,1-2 0,-2 1 0,-11-1 0,-5 0 0,25 0 0,-30 0 0,-24 0 0,-19-1 0,-18-8 0,-22-20 0,-23-24 0,20 16 0,-2-2 0,-1-3 0,-1 1 0,-27-33 0,16 20 0,17 22 0,17 17 0,17 22 0,26 23 0,27 21 0,-17-18 0,5 1 0,16 6 0,2 0 0,-2-3 0,0-3 0,-8-4 0,-4-3 0,21 11 0,-47-23 0,-16 0 0,-24 13 0,-26 27 0,12-17 0,-3 1 0,-4 6 0,0-1 0,3-2 0,1-3 0,-17 21 0,17-20 0,15-17 0,12-14 0,4-5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3:18.1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 24575,'31'-4'0,"34"2"0,32 2 0,-36 0 0,1 0 0,-1 0 0,-2 0 0,41 0 0,-14 0 0,-20 3 0,-7 12 0,1 17 0,4 17 0,2 12 0,-5 1 0,-10-2 0,-15-4 0,-10-2 0,-11 5 0,-7 18 0,-5-27 0,-2 4 0,0 9 0,-2 4 0,-2 11 0,-4 2 0,-2 3 0,-2 1 0,-5 2 0,-3-1 0,-2-2 0,-2-3 0,3-11 0,-1-3 0,3-10 0,0-4 0,-7 20 0,10-26 0,5-16 0,5-5 0,2 1 0,0 6 0,-1 9 0,2 9 0,0 10 0,2 6 0,0 1 0,0-6 0,0-11 0,0-13 0,0-12 0,0-5 0,0-3 0,2 2 0,2 2 0,1 0 0,1-1 0,1 2 0,1 1 0,1 1 0,0-3 0,-3-4 0,-3-5 0,-1-3 0,-2-2 0,0-1 0,0 0 0,0 2 0,0 2 0,1-2 0,-1-2 0,1-4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3:37.6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5 24575,'26'-2'0,"25"0"0,26 2 0,7 0 0,-11 0 0,-22 0 0,-21 1 0,-13 4 0,-11 8 0,-6 7 0,1 4 0,-1-2 0,0-6 0,0-6 0,0-3 0,0 2 0,0 3 0,0 4 0,0 6 0,0 4 0,0 5 0,0 3 0,0 5 0,0-1 0,0-4 0,0-9 0,0-10 0,-2-7 0,-2-7 0,-8-7 0,-14-11 0,-11-9 0,-21-15 0,-9-12 0,-3-7 0,4-3 0,15 10 0,13 11 0,18 22 0,10 10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4:05.0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23036,'3'2'0,"-1"0"0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6:15.1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2260 24575,'19'-28'0,"24"-18"0,17-10 0,6-3 0,10-7 0,9-5-1469,-23 21 0,5-2 0,4-3 1,4 0-1,2-1 0,3 0 1469,-8 6 0,3 0 0,3-1 0,1 0 0,3 0 0,0 0 0,2 0 0,1 2-351,-2 1 0,2 1 1,2 0-1,0 0 1,2 1-1,0 1 0,1 0 1,0 1-1,0 1 351,-8 4 0,1 1 0,1 0 0,0 1 0,0 0 0,1 1 0,-1 2 0,1 0 0,-1 1 0,1 2 0,5-1 0,1 2 0,-1 0 0,1 2 0,0 1 0,0 1 0,-1 1 0,-1 2 0,0 1 4,5-1 0,0 2 0,0 2 1,-1 0-1,0 2 0,-2 2 1,-1 0-1,-1 3-4,0 0 0,-1 2 0,-1 1 0,-1 2 0,-1 2 0,-1 0 0,-2 2-166,22 1 1,-2 2 0,-2 3-1,-3 1 1,-5 4 165,-1 2 0,-4 3 0,-5 2 0,-4 4 835,0 4 1,-5 4 0,-5 1-836,13 13 0,-9 2 2343,-23-7 0,-5 0-2343,22 27 3587,-23-9-3587,-13-8 1982,-4-4-1982,-2-3 0,1 0 0,0-2 0,0-2 0,-5-8 0,-5-7 0,-6-8 0,-5-5 0,-4-3 0,-5-2 0,-12-2 0,-24 7 0,-24 10 0,-20 9 0,1 4 0,20-6 0,23-7 0,25-8 0,28-8 0,30-11 0,25-8 0,19-7 0,2 0 0,-13 7 0,-17 4 0,-21 6 0,-20 5 0,-15 1 0,-24 2 0,-23 0 0,-24 3 0,-16 5 0,3 3 0,9 2 0,20-4 0,19-3 0,15-2 0,9-2 0,5 1 0,3 5 0,11 11 0,16 24 0,19 30 0,-12-22 0,1 4 0,5 7 0,0 0 0,1 0 0,0-2 0,-4-6 0,-1-4 0,19 24 0,-17-28 0,-15-22 0,-10-17 0,-6-29 0,-5-31 0,-5-34 0,1 35 0,-1 0 0,-5-47 0,3 14 0,4 23 0,3 15 0,3 14 0,2 8 0,3 7 0,1 5 0,-3 5 0,-2 2 0,-3 1 0,-1 2 0,-1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7:56.9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24575,'2'6'0,"1"-2"0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8:26.3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1 291 24575,'22'0'0,"34"0"0,-8 0 0,7-1 0,18-3 0,5-1 0,8-4 0,1-3 0,-7-1 0,-4-2 0,-9-1 0,-4 0 0,23-9 0,-35 10 0,-19 5 0,-18 6 0,-7 2 0,-3 1 0,0 1 0,0 0 0,2 0 0,0 0 0,1 0 0,-2 0 0,-4 0 0,-10-3 0,-4-5 0,-13-5 0,-5-6 0,-5-2 0,0 0 0,3 3 0,7 6 0,8 4 0,7 3 0,5 1 0,1 1 0,2-1 0,2 1 0,3 2 0,9 5 0,16 9 0,22 10 0,19 8 0,8 4 0,-6-4 0,-19-7 0,-18-8 0,-17-6 0,-13-2 0,-15 5 0,-12 5 0,-8 3 0,1-1 0,10-6 0,11-5 0,5-4 0,4-1 0,0 0 0,1-1 0,0-1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8:29.2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0 492 24575,'9'0'0,"22"0"0,34 0 0,-16 0 0,6 0 0,13 1 0,4-2 0,4 1 0,1-1 0,1 0 0,-1-2 0,-4-1 0,-1-2 0,-5-2 0,-1-3 0,-4-1 0,-2-2 0,-5 0 0,-3-1 0,38-13 0,-19 5 0,-20 5 0,-12 3 0,-12 4 0,-7 2 0,-2 1 0,-2-1 0,2-1 0,3-2 0,-1 0 0,-2 1 0,-2 1 0,-1-1 0,2-1 0,3-3 0,2-1 0,0 2 0,-4 3 0,-6 5 0,-4 2 0,-4 2 0,-1 1 0,-2-1 0,-1-1 0,0 1 0,0-1 0,-2-1 0,-4-4 0,-9-5 0,-9-5 0,-7-2 0,-6 0 0,1 4 0,3 4 0,5 5 0,7 3 0,9 2 0,9 2 0,12 1 0,16 5 0,13 7 0,13 7 0,3 5 0,-7-2 0,-10-5 0,-15-5 0,-10-5 0,-7-2 0,-3-1 0,-1-2 0,-2 2 0,-6 7 0,-6 10 0,-6 12 0,-3 10 0,5 2 0,4-4 0,6-8 0,4-11 0,1-9 0,1-7 0,-3-4 0,1-2 0,0-1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8:31.1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5741 528 24575,'-21'-25'0,"-25"-21"0,-24-18 0,22 25 0,-5 0 0,-3 2 0,-2 2 0,-4 4 0,-2 2 0,-5 3 0,-3 2 0,-5 3 0,-2 3 0,-4 2 0,0 3 0,-4 0 0,-1 2 0,-5 1 0,1 2 0,1 2 0,0 2 0,0 0 0,0 1 0,1 0 0,1 2 0,2 0 0,1 0 0,1 1 0,-1 0 0,-1 1 0,1 0 0,1 2 0,1 1 0,2 4 0,2 1 0,2 4 0,-1 2 0,2 2 0,0 2 0,-6 4 0,-2 2 0,-1 1 0,-2 2 0,-2 1 0,-1 2 0,-2 2 0,1 2 0,3 0 0,1 1 0,-3 3 0,1 1 0,3 2 0,1 1 0,1 1 0,2 2 0,4-1 0,3 1 0,2 1 0,2 1 0,3 1 0,0 2 0,1 3 0,0 2 0,1 3 0,2 2 0,2 0 0,2-1 0,8-4 0,4-2 0,8-6 0,4-2 0,-20 29 0,17-15 0,8-7 0,5-9 0,1-1 0,1-1 0,-2-2 0,3-4 0,3-6 0,5-6 0,4-6 0,5-6 0,2-3 0,5-3 0,0-4 0,1-1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8:37.7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24575,'0'5'0,"0"13"0,0 18 0,0 11 0,0 4 0,0-4 0,0-9 0,0-8 0,0-11 0,0-7 0,0-4 0,1-3 0,0-2 0,2-1 0,7-2 0,13-4 0,22-6 0,27-7 0,23-6 0,-44 11 0,0 0 0,41-10 0,-23 5-1696,-29 7 0,-19 5 0,-14 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0:36.751"/>
    </inkml:context>
    <inkml:brush xml:id="br0">
      <inkml:brushProperty name="width" value="0.025" units="cm"/>
      <inkml:brushProperty name="height" value="0.025" units="cm"/>
      <inkml:brushProperty name="color" value="#FF0066"/>
    </inkml:brush>
  </inkml:definitions>
  <inkml:trace contextRef="#ctx0" brushRef="#br0">0 18 24575,'16'0'0,"14"0"0,16 0 0,14 0 0,8 0 0,0-1 0,11-1 0,7 0 0,2-1 0,-1 2 0,-10 1 0,-10 0 0,-3 0 0,-2 0 0,-2 0 0,-3 0 0,-5 0 0,-4 0 0,-2-1 0,-2-1 0,0 0 0,2 0 0,0 1 0,-2 1 0,-3 0 0,-6 0 0,-3 0 0,-2 0 0,2 0 0,2 0 0,2 0 0,2 2 0,2 2 0,2 0 0,1 1 0,-3-2 0,-2-2 0,-4-1 0,-1 0 0,1 0 0,1 0 0,0 0 0,0 0 0,4 0 0,4 0 0,3 0 0,1 0 0,-3 0 0,-2 0 0,-2 0 0,-4 1 0,1 1 0,-1 0 0,-1 1 0,2-1 0,0-1 0,-2 1 0,0-1 0,-1 0 0,1-1 0,-1 1 0,-1 0 0,-1 0 0,-3-1 0,-2 0 0,-3 0 0,-2 0 0,-3 0 0,-2 0 0,-2 0 0,-1 0 0,-2 0 0,1 0 0,1 0 0,0 0 0,0 0 0,0 1 0,0 0 0,2-1 0,1 2 0,3-1 0,0 0 0,-2 1 0,-4-1 0,-5 1 0,-4-1 0,-1 0 0,-1-1 0,0 1 0,1-1 0,2 0 0,0 0 0,-1 0 0,1 0 0,3 0 0,4 0 0,3-2 0,-1 0 0,-3 0 0,-6 1 0,-3-1 0,-5-1 0,1 2 0,-1-1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0:40.868"/>
    </inkml:context>
    <inkml:brush xml:id="br0">
      <inkml:brushProperty name="width" value="0.025" units="cm"/>
      <inkml:brushProperty name="height" value="0.025" units="cm"/>
      <inkml:brushProperty name="color" value="#FF0066"/>
    </inkml:brush>
  </inkml:definitions>
  <inkml:trace contextRef="#ctx0" brushRef="#br0">3460 8 24575,'0'54'0,"0"31"0,0-18 0,0 9 0,0-11 0,0 4 0,0 5 0,0-3 0,0 4 0,0 2 0,0 2-789,0 8 0,0 2 1,0 2-1,0 1 789,0-13 0,0 1 0,0 1 0,0 1 0,0-1 0,0 4 0,1 1 0,0 0 0,0-1 0,1-1 0,0 15 0,1-1 0,1-1 0,0-1 0,-1-5 0,2-2 0,-1 0 0,1-3 0,2 17 0,0-4 0,-1-3 194,-1-13 1,0-4 0,-1-2-195,0 18 0,-1-4 0,-2-15 0,0-6 0,-1 28 0,0-41 0,0-24 2393,0-18-2393,0-8 178,0 0-178,0 7 0,1 10 0,1 10 0,1 1 0,0-5 0,-2-9 0,-1-10 0,-3-6 0,-3-5 0,-7-4 0,-8-2 0,-25-2 0,-22-1 0,-18 3 0,36 3 0,-1 1 0,1 1 0,0 1 0,-7 0 0,-1 0 0,-3 0 0,-2 0 0,-5 0 0,-1 0 0,-4-1 0,0 2 0,-1-1 0,0 1 0,0 1 0,-1 0 0,1 2 0,1 0 0,0 1 0,1 1 0,1-1 0,0 0 0,2-1 0,1-1 0,4-1 0,0 0 0,5-2 0,1 1 0,4-1 0,2 0 0,-43 0 0,8 0 0,4 0 0,1-1 0,-3 0 0,-1-1 0,-5 1 0,-5 0 0,46 0 0,-1-1 0,-1 1 0,0 0 0,-44-2 0,8 0 0,11 0 0,14 0 0,13-3 0,16 0 0,14 0 0,8 1 0,5 0 0,3 1 0,3 0 0,0 0 0,1 0 0,0 0 0,1 1 0,1 1 0,2 0 0,1 1 0,3 1 0,1-1 0,1 0 0,-2-1 0,-4-2 0,0-2 0,-3-5 0,1-9 0,1-20 0,3-38 0,-1 22 0,1-5 0,2-22 0,0-6 0,-2 23 0,-1-2 0,1 0-247,0-2 1,0-1 0,-1-1 246,1-6 0,0-2 0,0 2 0,-1 3 0,1 2 0,-1-1 0,0 0 0,0 0 0,0 2-26,-1 3 0,-1 2 1,0 2 25,0-19 0,-1 3 0,-1 7 0,0 3 0,-2 8 0,0 2 0,0 4 0,-1 1 0,-1 3 0,0 0 736,-4-41-736,-1 13 80,3 17-80,1 15 0,2 7 0,1 5 0,1-1 0,0-5 0,0-4 0,0-4 0,0-5 0,0-4 0,0-5 0,0 0 0,0 2 0,-1 2 0,-2 0 0,0-4 0,-2 0 0,1 2 0,0 7 0,0 8 0,1 9 0,-1 9 0,1 6 0,2 5 0,0 3 0,1-1 0,0 1 0,1 0 0,0 1 0,1 3 0,-1 3 0,0 4 0,-1 1 0,0 1 0,0 0 0,2 0 0,1 1 0,3 1 0,5-2 0,3 1 0,2-1 0,-3 1 0,-4 1 0,-4 0 0,-1 1 0,-1-1 0,-2 0 0,-1 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0:43.701"/>
    </inkml:context>
    <inkml:brush xml:id="br0">
      <inkml:brushProperty name="width" value="0.025" units="cm"/>
      <inkml:brushProperty name="height" value="0.025" units="cm"/>
      <inkml:brushProperty name="color" value="#FF0066"/>
    </inkml:brush>
  </inkml:definitions>
  <inkml:trace contextRef="#ctx0" brushRef="#br0">3 0 24575,'-2'7'0,"1"14"0,1 33 0,0 41 0,0-35 0,0 4 0,1 15 0,-1 3 0,2 2 0,0-1 0,1-9 0,1-4 0,0-10 0,0-7 0,3 10 0,-1-32 0,-1-12 0,-2-6 0,-1-3 0,0-2 0,-1-3 0,0-3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0:48.334"/>
    </inkml:context>
    <inkml:brush xml:id="br0">
      <inkml:brushProperty name="width" value="0.025" units="cm"/>
      <inkml:brushProperty name="height" value="0.025" units="cm"/>
      <inkml:brushProperty name="color" value="#FF0066"/>
    </inkml:brush>
  </inkml:definitions>
  <inkml:trace contextRef="#ctx0" brushRef="#br0">1 47 24575,'0'-1'0,"12"8"0,19 17 0,24 16 0,20 15 0,6 0 0,-10-9 0,-17-12 0,-18-13 0,-15-9 0,-8-4 0,-6-4 0,-3-1 0,-2-1 0,0-2 0,1-10 0,6-17 0,7-20 0,21-39 0,-7 21 0,9-9 0,-22 46 0,-6 14 0,-8 9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1:42.485"/>
    </inkml:context>
    <inkml:brush xml:id="br0">
      <inkml:brushProperty name="width" value="0.025" units="cm"/>
      <inkml:brushProperty name="height" value="0.025" units="cm"/>
      <inkml:brushProperty name="color" value="#FFC114"/>
    </inkml:brush>
  </inkml:definitions>
  <inkml:trace contextRef="#ctx0" brushRef="#br0">1 0 24575,'0'27'0,"0"11"0,0 16 0,0 14 0,0 9 0,0 11 0,0-37 0,1 1 0,-1 6 0,2 0 0,-1 5 0,1 0 0,1 1 0,0 0 0,0-2 0,1-2 0,-1-3 0,1-2 0,0-5 0,-1 0 0,3 40 0,0-12 0,1-9 0,0-8 0,1-5 0,0 0 0,-2-2 0,-1-1 0,-1-6 0,0-3 0,-1-6 0,-2-5 0,0-2 0,-1 0 0,0 3 0,1 2 0,0-1 0,0-3 0,-1-6 0,0-5 0,0-2 0,0 2 0,0 4 0,0 4 0,-1 3 0,0 1 0,1-1 0,-2-3 0,0 1 0,0 1 0,-1 3 0,-1 2 0,1-1 0,0-2 0,1-2 0,0-5 0,1-4 0,1-7 0,0-4 0,0-4 0,0 2 0,-2 6 0,-1 5 0,-2 5 0,0 1 0,1 2 0,-1 2 0,1 1 0,1-2 0,1-6 0,0-5 0,0-4 0,0-1 0,1-1 0,-1 2 0,1 1 0,-1 2 0,0 1 0,0 1 0,-1 2 0,1 0 0,-1 1 0,0-2 0,2-1 0,0-3 0,1-3 0,0-1 0,0-2 0,0 2 0,0 2 0,0 2 0,0 5 0,0 3 0,0 5 0,0 10 0,0 14 0,1 14 0,1 4 0,3-2 0,1-12 0,1-16 0,-2-13 0,-1-11 0,0-7 0,-1-2 0,2 0 0,1 1 0,4 2 0,7 3 0,8 4 0,7 2 0,7 2 0,3-3 0,-1-7 0,6-6 0,-1-11 0,1-8 0,2-7 0,-3-5 0,2 2 0,5 1 0,2 3 0,2 1 0,0 2 0,2 1 0,0 0 0,1 1 0,5-1 0,7-2 0,12 0 0,8 1 0,6 4 0,-48 6 0,1 2 0,1 0 0,1 0 0,4 1 0,1 0 0,3 0 0,1 0 0,2 0 0,0 0 0,0 1 0,0-1 0,2 0 0,1 0 0,-1 1 0,-1 0 0,-4 0 0,-2 0 0,-6 0 0,-2 1 0,29-3 0,-19-1 0,-6-2 0,-8-3 0,-4-1 0,-4-1 0,-5 2 0,-3 1 0,-1 1 0,6 0 0,6 3 0,7 1 0,4 3 0,2 2 0,-3 0 0,-4 1 0,-3 0 0,-8-1 0,-4-1 0,-4 0 0,-1 0 0,-1 1 0,0 0 0,-1 2 0,-6 0 0,-5-1 0,-3 1 0,-1-1 0,1 0 0,-1-2 0,-4 0 0,-2-1 0,-3-6 0,-1-15 0,-1-22 0,0-27 0,-3-22 0,1 41 0,-2-2 0,-1 0 0,-1 0 0,-7-44 0,-1 7 0,1 10 0,2 5 0,2-3 0,3-8 0,1-11 0,3 43 0,0 0 0,2-2 0,-1-1 0,0 2 0,1 0 0,0 2 0,0 1 0,0 2 0,0 0 0,2-48 0,3 8 0,1 8 0,1 14 0,-3 10 0,-2 1 0,-2-3 0,0-12 0,0-17 0,0 35 0,0-1 0,0-7 0,1-2 0,0-8 0,1-2 0,0-2 0,-1 0 0,1 4 0,-1 1 0,0 7 0,-1 2 0,-1-33 0,0 26 0,0 18 0,2 17 0,2 9 0,3 6 0,0 6 0,0 5 0,-3 4 0,-2 2 0,-4 2 0,-3 1 0,-10 0 0,-16 0 0,-12 0 0,-6 1 0,2 0 0,7 0 0,5-1 0,5 0 0,5 0 0,6 0 0,5 0 0,3 0 0,3 0 0,2 0 0,1 0 0,1 0 0,0 0 0,-2 0 0,-4 0 0,-5 0 0,-4 0 0,-1 0 0,-1 1 0,1 0 0,2 0 0,1 0 0,3 0 0,0-1 0,1 1 0,-2 0 0,-3 0 0,-4-1 0,-3 1 0,0 0 0,1 0 0,3 1 0,3-1 0,3 0 0,1 0 0,2 0 0,-2 0 0,-2 0 0,-4 1 0,-7-1 0,-11 2 0,-12 1 0,-10-1 0,-5 1 0,4-1 0,-1 0 0,8-2 0,6 0 0,6-1 0,7 0 0,-2-1 0,-4 0 0,-6-1 0,-9 0 0,-4 1 0,1 0 0,2 1 0,9 0 0,5 0 0,6 0 0,4 0 0,1 0 0,-2 0 0,-4 1 0,-2 0 0,-4 1 0,-5 0 0,-5 1 0,-5 0 0,-4 0 0,1-1 0,2 1 0,-3 1 0,-1 1 0,-4 1 0,-1 0 0,6 0 0,6-1 0,6-1 0,5-3 0,3-1 0,3 0 0,3 1 0,4 0 0,5 0 0,7 0 0,5-1 0,3 0 0,4 0 0,-2 2 0,0 2 0,-2 2 0,2 0 0,2-3 0,1-1 0,1-2 0,-1 2 0,-1-1 0,-1 0 0,0 0 0,-1-1 0,-3 0 0,-4 4 0,-8 5 0,0 2 0,2-1 0,7-6 0,9-3 0,2-1 0,2 0 0,2 0 0,2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1:49.234"/>
    </inkml:context>
    <inkml:brush xml:id="br0">
      <inkml:brushProperty name="width" value="0.025" units="cm"/>
      <inkml:brushProperty name="height" value="0.025" units="cm"/>
      <inkml:brushProperty name="color" value="#FFC114"/>
    </inkml:brush>
  </inkml:definitions>
  <inkml:trace contextRef="#ctx0" brushRef="#br0">1 2319 24575,'0'-29'0,"0"-37"0,0 2 0,0-9 0,0-22 0,0-7 0,0 23 0,0-2 0,0-1 0,0 1 0,-1 0 0,2 2 0,0 5 0,0 1 0,1 3 0,2-22 0,2 5 0,1 19 0,1 4 0,1 11 0,0 6 0,5-11 0,-4 23 0,-6 19 0,-3 5 0,5-14 0,9-35 0,8-26 0,-9 36 0,-1 1 0,10-39 0,-8 31 0,-7 22 0,-6 21 0,-1 10 0,-3 5 0,0 3 0,-1 3 0,-1 2 0,0 1 0,-1-1 0,1-3 0,-1-2 0,-2-3 0,-5-3 0,-8-7 0,-6-8 0,-4-8 0,3 0 0,9 5 0,9 8 0,9 8 0,12 9 0,15 10 0,12 7 0,8 6 0,-3-3 0,-9-4 0,-10-6 0,-10-6 0,-8-3 0,-7-6 0,-12-7 0,-12-11 0,-10-6 0,-5-6 0,4 4 0,8 6 0,8 6 0,11 6 0,5 4 0,8-2 0,14-3 0,20-6 0,26-8 0,11-1 0,1 4 0,-13 5 0,-22 9 0,-14 2 0,-14 4 0,-5 0 0,-3 0 0,-1 2 0,-2 3 0,-2 5 0,-2 8 0,-7 12 0,-13 16 0,-8 6 0,-6-1 0,5-9 0,9-16 0,9-12 0,7-9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3:54.801"/>
    </inkml:context>
    <inkml:brush xml:id="br0">
      <inkml:brushProperty name="width" value="0.025" units="cm"/>
      <inkml:brushProperty name="height" value="0.025" units="cm"/>
      <inkml:brushProperty name="color" value="#33CCFF"/>
    </inkml:brush>
  </inkml:definitions>
  <inkml:trace contextRef="#ctx0" brushRef="#br0">1649 1 24575,'-10'0'0,"-19"0"0,-38 0 0,9 0 0,-8 0 0,-24 2 0,-7 2 0,22 2 0,-2 1 0,-1 3 0,-2 3 0,-1 2 0,2 3-185,3 3 1,2 3 0,3 4 184,7 0 0,3 4 0,4 1 0,-15 17 0,7 4 0,11 0 0,8 3 0,12-2 0,6 2 0,8-2 0,4 0 0,6-2 0,3-1 0,1 46 0,12-14 553,9-13-553,6-15 0,2-17 0,-6-13 0,-6-13 0,-4-7 0,-4-4 0,0-1 0,-1 0 0,1 0 0,-1 1 0,1 0 0,0 2 0,0 0 0,-1 0 0,1-1 0,-2 0 0,1-1 0,0 1 0,1 1 0,2 3 0,1 2 0,2 4 0,5 8 0,6 10 0,6 12 0,4 6 0,1 0 0,-2-6 0,-5-11 0,-7-12 0,-7-8 0,-5-7 0,-3-4 0,-6-2 0,-6-3 0,-10-1 0,-8-1 0,-12 2 0,-5 3 0,-1 1 0,4 3 0,14 1 0,12 1 0,21-5 0,29-11 0,30-11 0,19-8 0,2 1 0,-17 8 0,-23 8 0,-19 8 0,-16 3 0,-13 2 0,-16 6 0,-20 8 0,-13 7 0,-4 4 0,5-2 0,15-7 0,11-5 0,13-4 0,12-1 0,13 8 0,14 14 0,30 37 0,-25-27 0,1 3 0,0-1 0,0 0 0,21 29 0,-25-35 0,-7-10 0,-10-12 0,-5-8 0,-2-6 0,-3-11 0,-1-17 0,-4-15 0,-1-11 0,-2 0 0,2 12 0,2 13 0,2 15 0,1 8 0,0 3 0,0 1 0,0-3 0,2-3 0,0-3 0,1 1 0,0 0 0,-1 7 0,-2 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4:34.152"/>
    </inkml:context>
    <inkml:brush xml:id="br0">
      <inkml:brushProperty name="width" value="0.025" units="cm"/>
      <inkml:brushProperty name="height" value="0.025" units="cm"/>
      <inkml:brushProperty name="color" value="#33CCFF"/>
    </inkml:brush>
  </inkml:definitions>
  <inkml:trace contextRef="#ctx0" brushRef="#br0">1 1 24575,'18'0'0,"19"0"0,45 0 0,-21 0 0,4 2 0,8 3 0,2 3 0,6 7 0,0 8 0,0 11 0,-4 8 0,-3 8 0,-4 4 0,-2 4 0,-5 4 0,-10-1 0,-6 2 0,-12-2 0,-7 3 0,-4 3 0,-6 2 0,-4 3 0,-5 1 0,-6 4 0,-6 1 0,-6-1 0,-7-1 0,-5 0 0,-6-1 0,-6-1 0,-5-2 0,-2-4 0,-1-1 0,3-5 0,1-3 0,3-5 0,2-2 0,-16 31 0,16-26 0,12-17 0,11-18 0,5-12 0,2-8 0,-4-7 0,-11-10 0,-9-9 0,-14-9 0,-2-1 0,6 4 0,9 8 0,15 10 0,11 10 0,15 12 0,17 16 0,14 12 0,12 8 0,-1-1 0,-9-10 0,-10-8 0,-14-10 0,-9-7 0,-9-4 0,-14-3 0,-17-6 0,-22-10 0,-13-11 0,-5-8 0,7 1 0,15 8 0,16 10 0,16 17 0,13 25 0,9 24 0,6 16 0,2 3 0,-3-12 0,-4-18 0,-3-15 0,-4-15 0,-2-8 0,1-2 0,1-2 0,7-5 0,13-10 0,19-20 0,17-14 0,6-7 0,-5 7 0,-17 15 0,-17 14 0,-15 12 0,-8 6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7:08.33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0 0 24575,'2'1'0,"-1"0"0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4:06.2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24575,'0'3'0,"0"-1"0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4:05.0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23036,'3'2'0,"-1"0"0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27:56.9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24575,'2'6'0,"1"-2"0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5T11:47:08.33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0 0 24575,'2'1'0,"-1"0"0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59:10.67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1 215 24575,'17'0'0,"42"0"0,4 0 0,17 0 0,8 0-1034,-12 0 0,6 0 1,5 0-1,2 0 1,0 0 1033,9 0 0,2 0 0,1 0 0,0 0 0,-2 0 0,-4 0 0,1 0 0,-1 0 0,-4 0 0,-6 0 0,23 0 0,-8 0 0,-12 0 779,-14 0 0,-12 0-779,15 0 838,-39 0-838,-26 0 0,-10 0 0,-4 0 2772,-6 0-2772,-5-2 0,-5-2 0,-6-4 0,-14-7 0,-17-5 0,-22-9 0,-11-2 0,-3 1 0,3 3 0,19 6 0,18 6 0,24 6 0,23 5 0,24 9 0,29 10 0,37 15 0,-28-9 0,5 1 0,14 3 0,2 1 0,-3-2 0,-2-2 0,-13-3 0,-6-2 0,16 5 0,-47-13 0,-16-5 0,-8-2 0,-7 0 0,-11 9 0,-26 26 0,8-3 0,-4 5 0,-7 7 0,-2 3 0,-5 3 0,-1 1 0,8-8 0,2-3 0,-18 15 0,23-22 0,26-22 0,10-9 0,4-3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6:59:41.62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366 0 24575,'-6'0'0,"-6"0"0,-10 0 0,-7 0 0,-5 0 0,2 0 0,1 0 0,2 0 0,3 0 0,4 0 0,6 0 0,3 0 0,2 0 0,2 0 0,2 1 0,3 0 0,1 0 0,1 0 0,-1 1 0,1 0 0,-2 1 0,1 0 0,0 1 0,0 0 0,0 1 0,-1 1 0,0 2 0,0 2 0,0 1 0,0 4 0,1 0 0,0 2 0,0 1 0,2 0 0,-1 1 0,1 1 0,-1 2 0,1-1 0,0 1 0,1-1 0,0 0 0,0 4 0,0 3 0,0 8 0,0 7 0,0 7 0,2 10 0,2 12 0,2 23 0,-2-35 0,1 4 0,1 11 0,-1 4 0,1 11 0,-1 3 0,0-27 0,-1 1 0,0 2-217,1 6 1,0 1-1,0 1 217,0 0 0,1 1 0,0-1 0,1 2 0,0 0 0,0-1 0,0 0 0,1-1 0,0-3 0,3 22 0,0-4-30,-1-9 0,0-5 30,-2-18 0,0-5 0,3 18 0,-2-26 0,-4-23 0,-3-11 647,0-7-647,-2-2 63,1 7-63,0 12 0,-1 18 0,0 20 0,0-1 0,0-12 0,0-19 0,0-21 0,0-5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7:00:30.27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11 11 24575,'19'0'0,"20"0"0,25 0 0,14 0 0,-3 0 0,-14 0 0,-20 0 0,-15 0 0,-15 0 0,-12 0 0,-11 0 0,-13 0 0,-7 0 0,-5 0 0,-2 0 0,-2 0 0,-2 0 0,-1 0 0,-1 0 0,5 0 0,10 0 0,10 0 0,10 1 0,6 0 0,2 0 0,3 2 0,0-1 0,1 2 0,-1 0 0,1 1 0,1 3 0,1 1 0,1 2 0,0 1 0,0 1 0,1-1 0,-1 1 0,2 2 0,1 1 0,2 3 0,2 2 0,2 2 0,1-1 0,-1-2 0,-1-5 0,-3-5 0,0-4 0,-1-4 0,2-2 0,1-6 0,5-7 0,4-8 0,5-7 0,4-5 0,0-1 0,0 1 0,-4 2 0,-6 5 0,-6 5 0,-4 5 0,-5 7 0,-1 4 0,-3 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7:00:35.81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0 24575,'37'0'0,"36"0"0,-17 0 0,7 0 0,23 0 0,8 0 0,-14 0 0,5 0 0,1 0-428,0 0 1,1 0 0,-2 0 427,-3 0 0,-1 0 0,-5 0 0,17 0 0,-9 0 209,-30 0 0,-5 0-209,30 0 212,-17 0-212,-11 0 0,-12 0 0,-10 0 652,-7 0-652,-5 0 0,-1 0 0,-1 0 0,2 0 0,-1 0 0,-1 0 0,0 0 0,2 0 0,2 0 0,6 1 0,5 1 0,5 2 0,3 1 0,0 0 0,-4 0 0,-5-2 0,-5-1 0,-5-1 0,-3-1 0,2 0 0,3 0 0,4 0 0,4 0 0,2 0 0,-2 0 0,-5 0 0,-6 0 0,-7 0 0,-5-2 0,-3 2 0,-3-1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7:02:14.64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4527 0 24575,'-88'0'0,"28"0"0,-9 0 0,-8 0 0,-8 0 0,-8 0 0,-6 0 0,-4 0-355,19 0 1,-3 0-1,-2 0 1,-3 0 0,-1 0-1,-1 0 355,4 0 0,-2 0 0,-1 0 0,-1 0 0,-1 0 0,1 0 0,0 0-508,2 0 0,-1 0 1,0 0-1,1 0 1,-1 0-1,2 0 1,0 0 507,-9 0 0,0 0 0,0 0 0,2 0 0,2 0 0,3 0 0,-2 0 0,2 0 0,3 0 0,4 0 0,4 0 417,-19 0 0,8 0 1,10 0-418,4 0 0,17 0 0,28 1 0,22 1 904,7 2-904,0 2 3524,-1 1-3524,-4 1 0,0-3 0,0-1 0,1 0 0,2-1 0,1-1 0,-1 0 0,2 0 0,0 0 0,-1-1 0,1-1 0,-3 2 0,-2 0 0,0 0 0,1 1 0,3 1 0,3-1 0,2 1 0,3 0 0,1 1 0,2 2 0,1 6 0,3 11 0,1 18 0,5 31 0,-6-20 0,1 6 0,2 17 0,-1 5 0,1 9 0,-1 2 0,-1 1 0,-2-1 0,-1-11 0,-2-5 0,-1-18 0,-1-5 0,-1 17 0,0-35 0,-2-19 0,0-3 0,0 4 0,0 6 0,0 4 0,0-5 0,0-9 0,0-7 0,-3-8 0,-9-1 0,-17 0 0,-52 2 0,27 1 0,-3 1 0,-3-1 0,1 2 0,-41 1 0,51 0 0,26 0 0,18 0 0,13 1 0,22 4 0,32 8 0,30 7 0,-38-10 0,0 1 0,-1 0 0,-3-1 0,27 7 0,-27-6 0,-24-6 0,-15-2 0,-10-1 0,-9 2 0,-8 1 0,-4 2 0,1-2 0,7-1 0,7-2 0,3 0 0,5 2 0,5 1 0,6 0 0,5-3 0,1-2 0,-4-2 0,-2-1 0,-4-1 0,1-10 0,6-19 0,5-23 0,6-20 0,3-12 0,-1 3 0,-2 10 0,-4 17 0,-6 17 0,-5 15 0,-5 11 0,-5 5 0,-8 6 0,-16 10 0,-20 14 0,-16 14 0,-10 11 0,1 1 0,13-8 0,16-12-1696,17-12 0,13-10 0,5-4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7:02:52.96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6165 24575,'34'0'0,"30"0"0,-12 0 0,6 0 0,18 0 0,7 0 0,-19 0 0,4 0 0,2 0 0,9-1 0,2 1 0,2 1-480,9 0 0,1 0 0,1 1 480,5 0 0,1 1 0,0 0 0,-25 0 0,1 0 0,-1 0 0,0-1 0,23 2 0,0 0 0,-1-1 0,-2-1 0,-1 0 0,0-1 0,-1 0 0,0 0 0,-1-1 0,1 0 0,-1 0 0,1 0 0,1 0 0,0-1 0,1-1 0,1-2 0,0-1 0,1-2 0,-22 1 0,0 0 0,-1-2 0,1 1-286,1-2 1,0 0 0,0 0 0,0 0 285,23-4 0,0 1 0,0 0 0,-3 1 0,0 2 0,-1-1 0,-2 2 0,-1 0 0,-1 0 0,-1 1 0,0 0 0,0 0 0,-1 0 0,1 1 0,0-2 0,-1 1 0,0-1 0,0 0 0,-1 1 0,-1-1 0,1-1 0,1 0 0,1-1 0,0-1-311,1-1 1,-1 0 0,0-2 310,-1 0 0,0-1 0,-1 0 0,-1-2 0,0 0 0,-2-1 0,-4 1 0,-2-1 0,0 0 0,0 0 0,-1 1 0,1-1 0,1 0 0,1 1 0,0-1 0,2 1 0,1-1 0,0 1 0,5-1 0,0 2 0,2 0 0,3 0 0,1 2 0,1 0 0,-22 5 0,0 0 0,1 1 0,0 1-307,4 0 1,1 1 0,-1 0 0,1 1 306,0 0 0,0 1 0,0 0 0,-2 0 0,19-1 0,-1 1 0,-2-1 206,-9 1 0,-2 0 1,-3-1-207,20-1 0,-7 0 681,-20 0 0,-6 0-681,-12 0 0,-6 1 973,19-4-973,-23 1 1455,-7 2-1455,7-3 328,12-3-328,13-4 0,7-2 0,-1-1 0,-11 2 0,-16 4 0,-14 2 0,-16 5 0,-6 0 0,-4-5 0,1-11 0,2-20 0,4-25 0,-1-25 0,-10 34 0,-1-4 0,-1-8 0,-2-3 0,0-10 0,-2-5 0,-1-7 0,-3-4-221,-1 29 0,-1-1 1,-2-1 220,-1-4 0,-3-2 0,-1 0 0,-3-3 0,-2-1 0,-2-2-508,2 11 1,-1 0 0,-1-3 0,0-2 507,0 2 0,1-2 0,-2-2 0,1-1 0,-1-2-596,-1-9 0,-1-1 1,-1-2-1,1-2 0,-1-1 596,4 9 0,-2-1 0,1-1 0,0-1 0,0 0 0,0 1 0,1-2 0,-1 0 0,1-1 0,-1 1 0,2 1 0,-1 2 0,-1-7 0,0 1 0,0 2 0,1 1 0,0 3-192,-2-8 1,1 3 0,0 2 0,2 6 191,-1-3 0,2 5 0,1 8 235,0 2 0,3 9-235,-4-14 1655,12 42-1655,9 30 3252,7 10-3252,6 3 1058,10 4-1058,13 2 0,7 0 0,1-2 0,-4 0 0,-7-2 0,-3-1 0,-2 0 0,-5-1 0,-1-1 0,1 0 0,5 1 0,7 2 0,13-1 0,20-2 0,-19-2 0,5-2 0,17 1 0,5-1 0,16 0 0,4 0 0,-25-1 0,1 0 0,0 0 0,-2 0 0,1-1 0,-2 1 0,29-2 0,-3-1 0,-11 1 0,-6 0 0,-14 2 0,-5-1 0,33 0 0,-35 0 0,-24 0 0,-14 0 0,-4 1 0,11-1 0,19-5 0,25-4 0,2-1 0,-13 3 0,-15 5 0,-16 4 0,5 0 0,7-1 0,4-1 0,1 0 0,0-1 0,3 2 0,-1 1 0,-2 0 0,-7 0 0,-10 0 0,-12-1 0,-7-1 0,-7-2 0,-11-3 0,5 4 0,-5-1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7:02:54.36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0 3 24575,'5'-2'0,"15"8"0,23 10 0,38 8 0,7 1 0,-10-9 0,-26-8 0,-26-1 0,3 9 0,7 9 0,9 8 0,2-1 0,-11-9 0,-13-9 0,-17-7 0,-18 0 0,-16 10 0,-9 10 0,-5 5 0,-3-2 0,-2-4 0,-5-4 0,-5 0 0,1-2 0,8-3 0,12-4 0,18-6 0,9-4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7:00:39.21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1039 1 24575,'-22'0'0,"-16"6"0,-28 10 0,-29 13 0,39-9 0,-1 2 0,-5 3 0,0 1 0,1 3 0,2 1 0,6-1 0,3 0 0,6-2 0,2-1 0,-26 20 0,17-11 0,8-10 0,11-7 0,8-7 0,4-2 0,5-3 0,4-1 0,5-2 0,4-2 0,3 0 0,3-1 0,-1 1 0,1 0 0,0 1 0,0 0 0,2 1 0,-1 1 0,3 2 0,4 3 0,7 7 0,9 8 0,7 10 0,9 9 0,6 5 0,2 3 0,1 1 0,2 3 0,1 3 0,1-2 0,0-3 0,-3-5 0,-7-9 0,-4-6 0,-10-9 0,-10-8 0,-7-5 0,-5-4 0,-4-2 0,-3-2 0,-1-1 0,-2-1 0,2-1 0,-1 1 0,0 0 0,0 0 0,1 0 0,-1 0 0,0-1 0,2 0 0,1 0 0,3 0 0,8 0 0,8 0 0,13-2 0,13-2 0,12-4 0,12-3 0,7-3 0,8-2 0,3-2 0,1 1 0,-1 1 0,-1 3 0,-1 3 0,4 1 0,6 2 0,-48 3 0,1 1 0,1-1 0,0 1 0,-1 0 0,1 0 0,0 1 0,0 0 0,-3 1 0,-1 0 0,49-1 0,-11 1 0,-14 0 0,-9-1 0,-17 2 0,-12 0 0,-13 0 0,-9 0 0,-6 0 0,-1 0 0,0 0 0,5 0 0,5 1 0,8 2 0,8 2 0,8 2 0,6 2 0,7-1 0,1-1 0,0-1 0,-1-3 0,-5-1 0,-4-1 0,-6 0 0,-4-1 0,-7 1 0,-6 0 0,-6 0 0,-6-1 0,-6 0 0,-2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7:00:41.74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0 24575,'24'13'0,"25"15"0,35 20 0,-33-20 0,3 0 0,7 3 0,0-2 0,0-1 0,-1-2 0,-7-5 0,-2-2 0,37 11 0,-32-14 0,-22-8 0,-14-3 0,-12-2 0,-4-1 0,-5 0 0,-3 1 0,-2 1 0,-4 4 0,-10 9 0,-8 10 0,-11 14 0,-10 10 0,0 1 0,-3-2 0,-1-3 0,0-5 0,-1 2 0,3 0 0,3-1 0,2 2 0,6-4 0,6-6 0,9-11 0,9-9 0,7-6 0,3-3 0,2-1 0,0 0 0,1-1 0,-2 1 0,0 0 0,-2 3 0,-2 1 0,1 1 0,2-1 0,1-2 0,3-2 0,1-3 0,0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17:03:00.893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1 846 24575,'9'0'0,"4"0"0,6 0 0,6-2 0,6-2 0,5-1 0,9-3 0,13-2 0,20-3 0,-29 4 0,4 0 0,10-2 0,4 0 0,12-3 0,3-1 0,12-2 0,2 0-269,-24 4 0,2-1 1,0 0 268,5-1 0,1-1 0,0-1 0,5 0 0,0 0 0,1-1 0,1 0 0,1-2 0,-1 1 0,0-1 0,0-1 0,-1 1 0,-1 0 0,0 0 0,-1-1 0,-4 2 0,1-1 0,-2 1 0,-1 1 0,-1 0 0,0 1 0,-3 1 0,-1 1 0,-1-1 0,-2 2 0,-2 1 0,-1 0-8,28-4 1,-2 2 7,-7 1 0,-1 2 0,-7 1 0,-1 1 0,-2 1 0,-1 1 0,-1-1 0,0 2 0,2-1 0,0 2 402,-1 0 1,0 1-403,-3 0 0,-1 1 8,-5 0 0,-2 0-8,-6 1 0,-2 0 0,42-2 0,-17 1 0,-17 2 0,-13 1 0,-8 1 0,-4 0 0,-3 0 0,-1 0 0,-4-1 0,-2 0 0,-4-1 0,-4 1 0,-3 1 0,1 0 0,1 0 0,2 0 0,2 0 0,-1 0 0,1 0 0,0 0 0,-1 0 0,-1 0 0,-2 0 0,-3 0 0,-3 0 0,-4 0 0,-2 0 0,-1 0 0,2 0 0,8 0 0,3 0 0,1 0 0,-4 0 0,-8 0 0,-1 0 0,0 0 0,2 0 0,1 0 0,0 0 0,-2 0 0,-3 0 0,-3 0 0,-12-3 0,6 3 0,-6-3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62ABF-C651-B23A-EA85-E76DBA4C7E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0B8443-C1E2-12A3-87C9-C41BCD5D62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8A7293-26CA-23DA-FAD0-9D061E836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5221A-06F8-E1E3-4525-621787D10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220B46-A28E-7B62-0AA5-B756AED54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7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B3057-0BF9-8081-FB18-56B8AADC1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BBDEE3-F347-E41A-58B5-571C19AF1B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620C9D-6FCE-9806-8D47-683DA5D0F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E9BFA9-CFCC-E721-B1BD-275AAE11D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C06B0-56BB-57DD-320A-2DD8B3E63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5735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BDBFF-BE5D-7580-FD35-A5DDA0775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5F91D7-787C-FC2E-63E7-A6669509BE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A9332-9C37-53A7-2E61-CD5DD8A70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0DC51-5C19-A0E3-323D-0558C5540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DE515A-6CE8-24AB-B724-A6EF99904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258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3AB0B-C087-5FDA-CF48-AB5E2CE5B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BEC15-593D-CD35-F3CE-120DFD2582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9AAAB5-2F24-1560-F4FE-48576F42A5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ED5E0-1FF1-CA1E-29D7-D65487D06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E7154B-423F-1E21-F72A-03C2092C6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98F84C-3BE6-1B44-6EB6-C8C882C2F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759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839FF-5FCC-FB05-0C18-5583909A1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36D4A-B2BB-8B90-B04F-DC65F4F88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828648-F6C3-C82E-E207-23ABB300E7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058741-7F4D-DA2F-FF30-ADFF425557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E8B59D-D5C4-FE1D-5D0D-6A91887014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094B3F-ADBE-DBA3-97D3-C5E593B1B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CC6147-6949-527A-06DC-4D4A19F99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EE4D15-7D62-FB5C-504D-58624FCC6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112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F6351-C9FE-B9F8-5E92-35DF46B53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35F3D9-BF26-6DB8-FF6D-F34E411AF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76793-A3BE-DDA3-3D6B-D2E6F411D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B5D484-F500-579E-D725-C7AB7C877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581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3B16BD-DFC4-B6F6-5652-883E29AF2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430B7C-682F-023F-7913-08FB15C9B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445FE-024D-8BF4-58FC-0E7F08EE3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562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51C61-8119-255D-77DE-C953BD1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97105-2A85-9D30-298E-1564F4EA6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4136AA-C054-AC08-E02B-2F669C881B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5F2A99-BD06-F2F1-4334-D5FDB5F23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A39378-39DF-910F-D898-B1C6A0E06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2176BE-6AE5-87E1-C157-68C707AE3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583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7E519-310B-BDA2-53F8-2A499EFF1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6222E6-2AEC-A7DD-04B5-B038CED958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452FC5-BB95-FBD2-1792-72CD8C7ABA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D95506-47C3-6227-48D7-B84427009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64F69F-CB5E-740F-29AE-6BA76DB10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72AEFF-A686-785D-79A7-0A74AB074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935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C4B47-23C5-B004-D25D-9D3BDCFA0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0E5128-FBBC-2AD0-008A-EE0F06955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4F5588-B22F-B2DC-2C0D-7827F946B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74EC09-EE58-2C88-1DE8-FC44D29B3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DD883-212F-FF34-5445-0320B46FB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7452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5005F4-4365-29E2-E68E-517830931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8EDE6D-BD5D-BB7B-10F4-6B24EBBE53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A089C-701F-E499-BE07-421E1FDDB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11E2-D1EF-2F40-9EDA-A7C9F8BCD33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3CF2C3-75FE-F9D4-89C1-244FAF30A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E299E6-BD4F-4494-28F7-F346367E7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265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9D0F61-E3DB-B0A4-0EC7-36EA7EC82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15076C-51AA-1309-0BE7-85FBD398D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9E3D1-B752-6CB7-3636-F0488E3940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BA11E2-D1EF-2F40-9EDA-A7C9F8BCD33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4636D7-8F96-CB05-CCCC-6E264F7788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24CCF8-7498-AB1F-4D1F-0C3A92B12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629C71-C4F3-7C41-858A-7DDBCD750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429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.png"/><Relationship Id="rId18" Type="http://schemas.openxmlformats.org/officeDocument/2006/relationships/image" Target="../media/image11.png"/><Relationship Id="rId26" Type="http://schemas.openxmlformats.org/officeDocument/2006/relationships/customXml" Target="../ink/ink10.xml"/><Relationship Id="rId39" Type="http://schemas.openxmlformats.org/officeDocument/2006/relationships/image" Target="../media/image22.png"/><Relationship Id="rId21" Type="http://schemas.openxmlformats.org/officeDocument/2006/relationships/customXml" Target="../ink/ink8.xml"/><Relationship Id="rId34" Type="http://schemas.openxmlformats.org/officeDocument/2006/relationships/customXml" Target="../ink/ink14.xml"/><Relationship Id="rId42" Type="http://schemas.openxmlformats.org/officeDocument/2006/relationships/customXml" Target="../ink/ink18.xml"/><Relationship Id="rId47" Type="http://schemas.openxmlformats.org/officeDocument/2006/relationships/image" Target="../media/image26.png"/><Relationship Id="rId50" Type="http://schemas.openxmlformats.org/officeDocument/2006/relationships/customXml" Target="../ink/ink22.xml"/><Relationship Id="rId7" Type="http://schemas.openxmlformats.org/officeDocument/2006/relationships/customXml" Target="../ink/ink2.xml"/><Relationship Id="rId2" Type="http://schemas.openxmlformats.org/officeDocument/2006/relationships/image" Target="../media/image1.png"/><Relationship Id="rId16" Type="http://schemas.openxmlformats.org/officeDocument/2006/relationships/image" Target="../media/image10.png"/><Relationship Id="rId29" Type="http://schemas.openxmlformats.org/officeDocument/2006/relationships/image" Target="../media/image17.png"/><Relationship Id="rId11" Type="http://schemas.openxmlformats.org/officeDocument/2006/relationships/customXml" Target="../ink/ink4.xml"/><Relationship Id="rId24" Type="http://schemas.openxmlformats.org/officeDocument/2006/relationships/image" Target="../media/image14.png"/><Relationship Id="rId32" Type="http://schemas.openxmlformats.org/officeDocument/2006/relationships/customXml" Target="../ink/ink13.xml"/><Relationship Id="rId37" Type="http://schemas.openxmlformats.org/officeDocument/2006/relationships/image" Target="../media/image21.png"/><Relationship Id="rId40" Type="http://schemas.openxmlformats.org/officeDocument/2006/relationships/customXml" Target="../ink/ink17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" Type="http://schemas.openxmlformats.org/officeDocument/2006/relationships/customXml" Target="../ink/ink1.xml"/><Relationship Id="rId10" Type="http://schemas.openxmlformats.org/officeDocument/2006/relationships/image" Target="../media/image6.png"/><Relationship Id="rId19" Type="http://schemas.openxmlformats.org/officeDocument/2006/relationships/customXml" Target="../ink/ink7.xml"/><Relationship Id="rId31" Type="http://schemas.openxmlformats.org/officeDocument/2006/relationships/image" Target="../media/image18.png"/><Relationship Id="rId44" Type="http://schemas.openxmlformats.org/officeDocument/2006/relationships/customXml" Target="../ink/ink19.xml"/><Relationship Id="rId52" Type="http://schemas.openxmlformats.org/officeDocument/2006/relationships/customXml" Target="../ink/ink23.xml"/><Relationship Id="rId4" Type="http://schemas.openxmlformats.org/officeDocument/2006/relationships/image" Target="../media/image3.png"/><Relationship Id="rId9" Type="http://schemas.openxmlformats.org/officeDocument/2006/relationships/customXml" Target="../ink/ink3.xml"/><Relationship Id="rId14" Type="http://schemas.openxmlformats.org/officeDocument/2006/relationships/image" Target="../media/image9.png"/><Relationship Id="rId22" Type="http://schemas.openxmlformats.org/officeDocument/2006/relationships/customXml" Target="../ink/ink9.xml"/><Relationship Id="rId27" Type="http://schemas.openxmlformats.org/officeDocument/2006/relationships/image" Target="../media/image16.png"/><Relationship Id="rId30" Type="http://schemas.openxmlformats.org/officeDocument/2006/relationships/customXml" Target="../ink/ink12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1.xml"/><Relationship Id="rId8" Type="http://schemas.openxmlformats.org/officeDocument/2006/relationships/image" Target="../media/image5.png"/><Relationship Id="rId51" Type="http://schemas.openxmlformats.org/officeDocument/2006/relationships/image" Target="../media/image28.png"/><Relationship Id="rId3" Type="http://schemas.openxmlformats.org/officeDocument/2006/relationships/image" Target="../media/image2.png"/><Relationship Id="rId12" Type="http://schemas.openxmlformats.org/officeDocument/2006/relationships/image" Target="../media/image7.png"/><Relationship Id="rId17" Type="http://schemas.openxmlformats.org/officeDocument/2006/relationships/customXml" Target="../ink/ink6.xml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6.xml"/><Relationship Id="rId46" Type="http://schemas.openxmlformats.org/officeDocument/2006/relationships/customXml" Target="../ink/ink20.xml"/><Relationship Id="rId20" Type="http://schemas.openxmlformats.org/officeDocument/2006/relationships/image" Target="../media/image12.png"/><Relationship Id="rId41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5" Type="http://schemas.openxmlformats.org/officeDocument/2006/relationships/customXml" Target="../ink/ink5.xml"/><Relationship Id="rId23" Type="http://schemas.openxmlformats.org/officeDocument/2006/relationships/image" Target="../media/image13.png"/><Relationship Id="rId28" Type="http://schemas.openxmlformats.org/officeDocument/2006/relationships/customXml" Target="../ink/ink11.xml"/><Relationship Id="rId36" Type="http://schemas.openxmlformats.org/officeDocument/2006/relationships/customXml" Target="../ink/ink15.xml"/><Relationship Id="rId49" Type="http://schemas.openxmlformats.org/officeDocument/2006/relationships/image" Target="../media/image27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10.png"/><Relationship Id="rId18" Type="http://schemas.openxmlformats.org/officeDocument/2006/relationships/customXml" Target="../ink/ink29.xml"/><Relationship Id="rId26" Type="http://schemas.openxmlformats.org/officeDocument/2006/relationships/image" Target="../media/image38.png"/><Relationship Id="rId3" Type="http://schemas.openxmlformats.org/officeDocument/2006/relationships/image" Target="../media/image2.png"/><Relationship Id="rId21" Type="http://schemas.openxmlformats.org/officeDocument/2006/relationships/image" Target="../media/image35.png"/><Relationship Id="rId34" Type="http://schemas.openxmlformats.org/officeDocument/2006/relationships/image" Target="../media/image42.png"/><Relationship Id="rId7" Type="http://schemas.openxmlformats.org/officeDocument/2006/relationships/image" Target="../media/image31.png"/><Relationship Id="rId12" Type="http://schemas.openxmlformats.org/officeDocument/2006/relationships/customXml" Target="../ink/ink26.xml"/><Relationship Id="rId17" Type="http://schemas.openxmlformats.org/officeDocument/2006/relationships/image" Target="../media/image33.png"/><Relationship Id="rId25" Type="http://schemas.openxmlformats.org/officeDocument/2006/relationships/customXml" Target="../ink/ink32.xml"/><Relationship Id="rId33" Type="http://schemas.openxmlformats.org/officeDocument/2006/relationships/customXml" Target="../ink/ink36.xml"/><Relationship Id="rId2" Type="http://schemas.openxmlformats.org/officeDocument/2006/relationships/image" Target="../media/image1.png"/><Relationship Id="rId16" Type="http://schemas.openxmlformats.org/officeDocument/2006/relationships/customXml" Target="../ink/ink28.xml"/><Relationship Id="rId20" Type="http://schemas.openxmlformats.org/officeDocument/2006/relationships/customXml" Target="../ink/ink30.xml"/><Relationship Id="rId29" Type="http://schemas.openxmlformats.org/officeDocument/2006/relationships/customXml" Target="../ink/ink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15.png"/><Relationship Id="rId24" Type="http://schemas.openxmlformats.org/officeDocument/2006/relationships/image" Target="../media/image37.png"/><Relationship Id="rId32" Type="http://schemas.openxmlformats.org/officeDocument/2006/relationships/image" Target="../media/image41.png"/><Relationship Id="rId5" Type="http://schemas.openxmlformats.org/officeDocument/2006/relationships/customXml" Target="../ink/ink24.xml"/><Relationship Id="rId15" Type="http://schemas.openxmlformats.org/officeDocument/2006/relationships/image" Target="../media/image320.png"/><Relationship Id="rId23" Type="http://schemas.openxmlformats.org/officeDocument/2006/relationships/image" Target="../media/image36.png"/><Relationship Id="rId28" Type="http://schemas.openxmlformats.org/officeDocument/2006/relationships/image" Target="../media/image39.png"/><Relationship Id="rId36" Type="http://schemas.openxmlformats.org/officeDocument/2006/relationships/image" Target="../media/image43.png"/><Relationship Id="rId10" Type="http://schemas.openxmlformats.org/officeDocument/2006/relationships/image" Target="../media/image14.png"/><Relationship Id="rId19" Type="http://schemas.openxmlformats.org/officeDocument/2006/relationships/image" Target="../media/image34.png"/><Relationship Id="rId31" Type="http://schemas.openxmlformats.org/officeDocument/2006/relationships/customXml" Target="../ink/ink35.xml"/><Relationship Id="rId4" Type="http://schemas.openxmlformats.org/officeDocument/2006/relationships/image" Target="../media/image3.png"/><Relationship Id="rId9" Type="http://schemas.openxmlformats.org/officeDocument/2006/relationships/customXml" Target="../ink/ink25.xml"/><Relationship Id="rId14" Type="http://schemas.openxmlformats.org/officeDocument/2006/relationships/customXml" Target="../ink/ink27.xml"/><Relationship Id="rId22" Type="http://schemas.openxmlformats.org/officeDocument/2006/relationships/customXml" Target="../ink/ink31.xml"/><Relationship Id="rId27" Type="http://schemas.openxmlformats.org/officeDocument/2006/relationships/customXml" Target="../ink/ink33.xml"/><Relationship Id="rId30" Type="http://schemas.openxmlformats.org/officeDocument/2006/relationships/image" Target="../media/image40.png"/><Relationship Id="rId35" Type="http://schemas.openxmlformats.org/officeDocument/2006/relationships/customXml" Target="../ink/ink37.xml"/><Relationship Id="rId8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78C4C9D7-B906-0CDB-5D3D-742C14253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29" y="3729780"/>
            <a:ext cx="2718104" cy="1537231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8ED3967-76A6-E400-93FB-89AB88C08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7997" y="3888562"/>
            <a:ext cx="3498291" cy="19720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195769-A64E-5C83-8A14-4EDE275362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1771" y="2460218"/>
            <a:ext cx="4046017" cy="230890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3746FFF-DBD6-D0C3-4D76-8A6B76986203}"/>
                  </a:ext>
                </a:extLst>
              </p14:cNvPr>
              <p14:cNvContentPartPr/>
              <p14:nvPr/>
            </p14:nvContentPartPr>
            <p14:xfrm>
              <a:off x="3360733" y="4077206"/>
              <a:ext cx="648637" cy="35207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3746FFF-DBD6-D0C3-4D76-8A6B7698620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354614" y="4071086"/>
                <a:ext cx="660875" cy="36431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4DA23F16-AEA8-640C-5679-553E2E2A3C70}"/>
                  </a:ext>
                </a:extLst>
              </p14:cNvPr>
              <p14:cNvContentPartPr/>
              <p14:nvPr/>
            </p14:nvContentPartPr>
            <p14:xfrm>
              <a:off x="7233688" y="4498396"/>
              <a:ext cx="976353" cy="573476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4DA23F16-AEA8-640C-5679-553E2E2A3C7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227570" y="4492276"/>
                <a:ext cx="988589" cy="58571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E078EB3A-A1C6-393A-B3E0-8E039CBFFF07}"/>
                  </a:ext>
                </a:extLst>
              </p14:cNvPr>
              <p14:cNvContentPartPr/>
              <p14:nvPr/>
            </p14:nvContentPartPr>
            <p14:xfrm>
              <a:off x="4259579" y="4324019"/>
              <a:ext cx="360" cy="21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E078EB3A-A1C6-393A-B3E0-8E039CBFFF07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253459" y="4317899"/>
                <a:ext cx="12600" cy="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702244C3-0BB5-1F6B-84BE-9EE4B8649FC8}"/>
                  </a:ext>
                </a:extLst>
              </p14:cNvPr>
              <p14:cNvContentPartPr/>
              <p14:nvPr/>
            </p14:nvContentPartPr>
            <p14:xfrm>
              <a:off x="3162640" y="3584362"/>
              <a:ext cx="777600" cy="30420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702244C3-0BB5-1F6B-84BE-9EE4B8649FC8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56520" y="3578242"/>
                <a:ext cx="789840" cy="316440"/>
              </a:xfrm>
              <a:prstGeom prst="rect">
                <a:avLst/>
              </a:prstGeom>
            </p:spPr>
          </p:pic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34AC0A29-D537-8426-DD56-C443A011872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43840" y="208392"/>
            <a:ext cx="3326295" cy="191335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01F4B7-0E67-EA32-83A0-42469B16E88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43550" y="208392"/>
            <a:ext cx="3326296" cy="191861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ADB82FF8-8024-5FBD-FC0F-D0768ED5E486}"/>
                  </a:ext>
                </a:extLst>
              </p14:cNvPr>
              <p14:cNvContentPartPr/>
              <p14:nvPr/>
            </p14:nvContentPartPr>
            <p14:xfrm>
              <a:off x="2792676" y="1138719"/>
              <a:ext cx="1869480" cy="32328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ADB82FF8-8024-5FBD-FC0F-D0768ED5E486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786556" y="1132599"/>
                <a:ext cx="1881720" cy="33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37F7E4B2-3028-863B-0950-97759F2FAE5E}"/>
                  </a:ext>
                </a:extLst>
              </p14:cNvPr>
              <p14:cNvContentPartPr/>
              <p14:nvPr/>
            </p14:nvContentPartPr>
            <p14:xfrm>
              <a:off x="5255816" y="1289711"/>
              <a:ext cx="410400" cy="954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37F7E4B2-3028-863B-0950-97759F2FAE5E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249696" y="1283591"/>
                <a:ext cx="422640" cy="96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7CC44E39-5022-859A-88DD-B4ED488B96DA}"/>
                  </a:ext>
                </a:extLst>
              </p14:cNvPr>
              <p14:cNvContentPartPr/>
              <p14:nvPr/>
            </p14:nvContentPartPr>
            <p14:xfrm>
              <a:off x="5481630" y="2232900"/>
              <a:ext cx="166320" cy="15444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7CC44E39-5022-859A-88DD-B4ED488B96DA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5475510" y="2226780"/>
                <a:ext cx="178560" cy="16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96759CEF-CFF6-0B2A-D180-FA42F215538B}"/>
                  </a:ext>
                </a:extLst>
              </p14:cNvPr>
              <p14:cNvContentPartPr/>
              <p14:nvPr/>
            </p14:nvContentPartPr>
            <p14:xfrm>
              <a:off x="2716619" y="2223779"/>
              <a:ext cx="2160" cy="21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96759CEF-CFF6-0B2A-D180-FA42F215538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710499" y="2217659"/>
                <a:ext cx="14400" cy="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48794D15-8D2A-0F3E-17DC-289D0161AC3B}"/>
                  </a:ext>
                </a:extLst>
              </p14:cNvPr>
              <p14:cNvContentPartPr/>
              <p14:nvPr/>
            </p14:nvContentPartPr>
            <p14:xfrm>
              <a:off x="6484330" y="3299690"/>
              <a:ext cx="2475360" cy="81396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48794D15-8D2A-0F3E-17DC-289D0161AC3B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478210" y="3293570"/>
                <a:ext cx="2487600" cy="826200"/>
              </a:xfrm>
              <a:prstGeom prst="rect">
                <a:avLst/>
              </a:prstGeom>
            </p:spPr>
          </p:pic>
        </mc:Fallback>
      </mc:AlternateContent>
      <p:pic>
        <p:nvPicPr>
          <p:cNvPr id="53" name="Picture 52">
            <a:extLst>
              <a:ext uri="{FF2B5EF4-FFF2-40B4-BE49-F238E27FC236}">
                <a16:creationId xmlns:a16="http://schemas.microsoft.com/office/drawing/2014/main" id="{97F9C036-FF01-E363-2831-888A0F7A8A19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445882" y="1940725"/>
            <a:ext cx="661001" cy="68883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AF86FBAE-AA41-EB17-138D-5B3BC68C4FE9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228826" y="2260211"/>
            <a:ext cx="546130" cy="56912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D7DFD972-2059-C6CE-5E5F-AC55566D07C3}"/>
                  </a:ext>
                </a:extLst>
              </p14:cNvPr>
              <p14:cNvContentPartPr/>
              <p14:nvPr/>
            </p14:nvContentPartPr>
            <p14:xfrm>
              <a:off x="10130931" y="1550564"/>
              <a:ext cx="2160" cy="43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D7DFD972-2059-C6CE-5E5F-AC55566D07C3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0124811" y="1544444"/>
                <a:ext cx="14400" cy="1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C16D591E-26EC-20D5-1F5C-A0C25FE1E404}"/>
              </a:ext>
            </a:extLst>
          </p:cNvPr>
          <p:cNvGrpSpPr/>
          <p:nvPr/>
        </p:nvGrpSpPr>
        <p:grpSpPr>
          <a:xfrm>
            <a:off x="7681548" y="2318257"/>
            <a:ext cx="1676160" cy="415440"/>
            <a:chOff x="7681548" y="2318257"/>
            <a:chExt cx="1676160" cy="41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718AB80-F372-6390-6745-2686926ACC89}"/>
                    </a:ext>
                  </a:extLst>
                </p14:cNvPr>
                <p14:cNvContentPartPr/>
                <p14:nvPr/>
              </p14:nvContentPartPr>
              <p14:xfrm>
                <a:off x="7681548" y="2622817"/>
                <a:ext cx="421560" cy="1108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718AB80-F372-6390-6745-2686926ACC8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675428" y="2616697"/>
                  <a:ext cx="4338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0C172DC-8571-A019-BFB0-C5CF64BB0F04}"/>
                    </a:ext>
                  </a:extLst>
                </p14:cNvPr>
                <p14:cNvContentPartPr/>
                <p14:nvPr/>
              </p14:nvContentPartPr>
              <p14:xfrm>
                <a:off x="8714388" y="2318257"/>
                <a:ext cx="643320" cy="177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0C172DC-8571-A019-BFB0-C5CF64BB0F0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708268" y="2312137"/>
                  <a:ext cx="655560" cy="189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549D71FB-0C05-9F17-8552-5989BD9B57AB}"/>
                  </a:ext>
                </a:extLst>
              </p14:cNvPr>
              <p14:cNvContentPartPr/>
              <p14:nvPr/>
            </p14:nvContentPartPr>
            <p14:xfrm>
              <a:off x="7549068" y="1818577"/>
              <a:ext cx="2066760" cy="71352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549D71FB-0C05-9F17-8552-5989BD9B57A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42948" y="1812457"/>
                <a:ext cx="2079000" cy="72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3C9145CC-4578-7788-13FA-BD62BF095E5C}"/>
                  </a:ext>
                </a:extLst>
              </p14:cNvPr>
              <p14:cNvContentPartPr/>
              <p14:nvPr/>
            </p14:nvContentPartPr>
            <p14:xfrm>
              <a:off x="7529361" y="2465455"/>
              <a:ext cx="209520" cy="11556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3C9145CC-4578-7788-13FA-BD62BF095E5C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523241" y="2459335"/>
                <a:ext cx="221760" cy="12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E7E263F4-419F-8B8C-7048-7BA2CFB24AA2}"/>
                  </a:ext>
                </a:extLst>
              </p14:cNvPr>
              <p14:cNvContentPartPr/>
              <p14:nvPr/>
            </p14:nvContentPartPr>
            <p14:xfrm>
              <a:off x="8634797" y="4242544"/>
              <a:ext cx="1195920" cy="1872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E7E263F4-419F-8B8C-7048-7BA2CFB24AA2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630477" y="4238224"/>
                <a:ext cx="120456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1FAC1557-4450-9E3E-FB5B-E2B34F2EA529}"/>
                  </a:ext>
                </a:extLst>
              </p14:cNvPr>
              <p14:cNvContentPartPr/>
              <p14:nvPr/>
            </p14:nvContentPartPr>
            <p14:xfrm>
              <a:off x="8582237" y="4252984"/>
              <a:ext cx="1277640" cy="144036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1FAC1557-4450-9E3E-FB5B-E2B34F2EA529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8577917" y="4248664"/>
                <a:ext cx="1286280" cy="144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D266E2BC-A670-2653-9627-0581B6D38E7E}"/>
                  </a:ext>
                </a:extLst>
              </p14:cNvPr>
              <p14:cNvContentPartPr/>
              <p14:nvPr/>
            </p14:nvContentPartPr>
            <p14:xfrm>
              <a:off x="9091997" y="5689710"/>
              <a:ext cx="16920" cy="37368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D266E2BC-A670-2653-9627-0581B6D38E7E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9087677" y="5685390"/>
                <a:ext cx="25560" cy="38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77B2DBA6-6011-EBF9-020B-8E342DC32452}"/>
                  </a:ext>
                </a:extLst>
              </p14:cNvPr>
              <p14:cNvContentPartPr/>
              <p14:nvPr/>
            </p14:nvContentPartPr>
            <p14:xfrm>
              <a:off x="8976080" y="5980937"/>
              <a:ext cx="226800" cy="12888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77B2DBA6-6011-EBF9-020B-8E342DC32452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8971760" y="5976617"/>
                <a:ext cx="235440" cy="137520"/>
              </a:xfrm>
              <a:prstGeom prst="rect">
                <a:avLst/>
              </a:prstGeom>
            </p:spPr>
          </p:pic>
        </mc:Fallback>
      </mc:AlternateContent>
      <p:sp>
        <p:nvSpPr>
          <p:cNvPr id="89" name="TextBox 88">
            <a:extLst>
              <a:ext uri="{FF2B5EF4-FFF2-40B4-BE49-F238E27FC236}">
                <a16:creationId xmlns:a16="http://schemas.microsoft.com/office/drawing/2014/main" id="{781E8279-3AC3-F0A8-3684-32F91D6E681C}"/>
              </a:ext>
            </a:extLst>
          </p:cNvPr>
          <p:cNvSpPr txBox="1"/>
          <p:nvPr/>
        </p:nvSpPr>
        <p:spPr>
          <a:xfrm>
            <a:off x="8460475" y="6154057"/>
            <a:ext cx="131126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Inventory increases randomly over time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6089ADFE-E1E8-10F1-C9E0-7F833C6C844C}"/>
                  </a:ext>
                </a:extLst>
              </p14:cNvPr>
              <p14:cNvContentPartPr/>
              <p14:nvPr/>
            </p14:nvContentPartPr>
            <p14:xfrm>
              <a:off x="9966895" y="4242491"/>
              <a:ext cx="1315440" cy="13899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6089ADFE-E1E8-10F1-C9E0-7F833C6C844C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9962575" y="4238171"/>
                <a:ext cx="1324080" cy="139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87A77D9E-DEE6-2D58-728A-E42D18674AAB}"/>
                  </a:ext>
                </a:extLst>
              </p14:cNvPr>
              <p14:cNvContentPartPr/>
              <p14:nvPr/>
            </p14:nvContentPartPr>
            <p14:xfrm>
              <a:off x="10292858" y="3440356"/>
              <a:ext cx="188280" cy="83484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87A77D9E-DEE6-2D58-728A-E42D18674AA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0288538" y="3436036"/>
                <a:ext cx="196920" cy="843480"/>
              </a:xfrm>
              <a:prstGeom prst="rect">
                <a:avLst/>
              </a:prstGeom>
            </p:spPr>
          </p:pic>
        </mc:Fallback>
      </mc:AlternateContent>
      <p:sp>
        <p:nvSpPr>
          <p:cNvPr id="92" name="TextBox 91">
            <a:extLst>
              <a:ext uri="{FF2B5EF4-FFF2-40B4-BE49-F238E27FC236}">
                <a16:creationId xmlns:a16="http://schemas.microsoft.com/office/drawing/2014/main" id="{2B27F8DE-6CE8-5177-3F2D-28F8110DE45C}"/>
              </a:ext>
            </a:extLst>
          </p:cNvPr>
          <p:cNvSpPr txBox="1"/>
          <p:nvPr/>
        </p:nvSpPr>
        <p:spPr>
          <a:xfrm>
            <a:off x="10106883" y="2893445"/>
            <a:ext cx="16996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Each potion has a different demands per time phase, hence affecting sell chance and requiring player to choose a potion to sell at a time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9D34BEFD-C0F1-D3BE-42BC-AC316093F83B}"/>
                  </a:ext>
                </a:extLst>
              </p14:cNvPr>
              <p14:cNvContentPartPr/>
              <p14:nvPr/>
            </p14:nvContentPartPr>
            <p14:xfrm>
              <a:off x="4902002" y="4398021"/>
              <a:ext cx="593640" cy="70020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9D34BEFD-C0F1-D3BE-42BC-AC316093F83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4897682" y="4393701"/>
                <a:ext cx="602280" cy="708840"/>
              </a:xfrm>
              <a:prstGeom prst="rect">
                <a:avLst/>
              </a:prstGeom>
            </p:spPr>
          </p:pic>
        </mc:Fallback>
      </mc:AlternateContent>
      <p:sp>
        <p:nvSpPr>
          <p:cNvPr id="94" name="TextBox 93">
            <a:extLst>
              <a:ext uri="{FF2B5EF4-FFF2-40B4-BE49-F238E27FC236}">
                <a16:creationId xmlns:a16="http://schemas.microsoft.com/office/drawing/2014/main" id="{761D6AB4-1255-28D5-9823-7DFD5CFCD3EA}"/>
              </a:ext>
            </a:extLst>
          </p:cNvPr>
          <p:cNvSpPr txBox="1"/>
          <p:nvPr/>
        </p:nvSpPr>
        <p:spPr>
          <a:xfrm>
            <a:off x="4612412" y="5072213"/>
            <a:ext cx="1035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Decrease price, increases demand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DB321566-3ACA-780F-CD8F-948AEAEA2802}"/>
                  </a:ext>
                </a:extLst>
              </p14:cNvPr>
              <p14:cNvContentPartPr/>
              <p14:nvPr/>
            </p14:nvContentPartPr>
            <p14:xfrm>
              <a:off x="6093716" y="4415874"/>
              <a:ext cx="446040" cy="85896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DB321566-3ACA-780F-CD8F-948AEAEA2802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6089396" y="4411554"/>
                <a:ext cx="454680" cy="867600"/>
              </a:xfrm>
              <a:prstGeom prst="rect">
                <a:avLst/>
              </a:prstGeom>
            </p:spPr>
          </p:pic>
        </mc:Fallback>
      </mc:AlternateContent>
      <p:sp>
        <p:nvSpPr>
          <p:cNvPr id="97" name="TextBox 96">
            <a:extLst>
              <a:ext uri="{FF2B5EF4-FFF2-40B4-BE49-F238E27FC236}">
                <a16:creationId xmlns:a16="http://schemas.microsoft.com/office/drawing/2014/main" id="{1CFA2A0D-2DA2-C02C-992A-CC4F9DF30B2C}"/>
              </a:ext>
            </a:extLst>
          </p:cNvPr>
          <p:cNvSpPr txBox="1"/>
          <p:nvPr/>
        </p:nvSpPr>
        <p:spPr>
          <a:xfrm>
            <a:off x="5838497" y="5320378"/>
            <a:ext cx="957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/>
              <a:t>increase price, decreases demand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B691682B-8F43-2E6A-0FB0-C85D63344110}"/>
                  </a:ext>
                </a:extLst>
              </p14:cNvPr>
              <p14:cNvContentPartPr/>
              <p14:nvPr/>
            </p14:nvContentPartPr>
            <p14:xfrm>
              <a:off x="3131936" y="2571794"/>
              <a:ext cx="1080" cy="108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B691682B-8F43-2E6A-0FB0-C85D63344110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3127616" y="2567474"/>
                <a:ext cx="9720" cy="9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06977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6DE95-3540-EE67-09FC-E70B1E04D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C7BA4A8B-7C40-A98A-08E3-2D13D9978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5738" y="4874590"/>
            <a:ext cx="2718104" cy="1537231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B04C269C-CE54-34F2-1006-C2F3938C0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7997" y="3888562"/>
            <a:ext cx="3498291" cy="19720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3E85CAA-1F45-26D7-13BC-61CBC46B9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3125" y="203131"/>
            <a:ext cx="3352869" cy="191335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111E061-2B85-E4FD-2BF3-D44E42931143}"/>
                  </a:ext>
                </a:extLst>
              </p14:cNvPr>
              <p14:cNvContentPartPr/>
              <p14:nvPr/>
            </p14:nvContentPartPr>
            <p14:xfrm>
              <a:off x="4259579" y="4324019"/>
              <a:ext cx="360" cy="21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111E061-2B85-E4FD-2BF3-D44E4293114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253459" y="4317899"/>
                <a:ext cx="12600" cy="14400"/>
              </a:xfrm>
              <a:prstGeom prst="rect">
                <a:avLst/>
              </a:prstGeom>
            </p:spPr>
          </p:pic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42087267-01C0-EF66-F649-4E38042A858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270484" y="203130"/>
            <a:ext cx="3061368" cy="191335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7F4A4DB-8A5B-AE01-78B4-78951CF87C2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3424034" y="203130"/>
            <a:ext cx="3069785" cy="191861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7AB1CA2-D574-2029-B832-69BF3751F2B9}"/>
                  </a:ext>
                </a:extLst>
              </p14:cNvPr>
              <p14:cNvContentPartPr/>
              <p14:nvPr/>
            </p14:nvContentPartPr>
            <p14:xfrm>
              <a:off x="2716619" y="2223779"/>
              <a:ext cx="2160" cy="21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7AB1CA2-D574-2029-B832-69BF3751F2B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10499" y="2216435"/>
                <a:ext cx="14400" cy="16848"/>
              </a:xfrm>
              <a:prstGeom prst="rect">
                <a:avLst/>
              </a:prstGeom>
            </p:spPr>
          </p:pic>
        </mc:Fallback>
      </mc:AlternateContent>
      <p:pic>
        <p:nvPicPr>
          <p:cNvPr id="53" name="Picture 52">
            <a:extLst>
              <a:ext uri="{FF2B5EF4-FFF2-40B4-BE49-F238E27FC236}">
                <a16:creationId xmlns:a16="http://schemas.microsoft.com/office/drawing/2014/main" id="{8A5D7095-F77F-30AF-CFE3-9D814F9F0E1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67633" y="3022024"/>
            <a:ext cx="546131" cy="569126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811C8EF9-6ABE-A307-55A5-F68596C2EB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06771" y="2505653"/>
            <a:ext cx="546130" cy="56912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2A2D608C-A465-CA72-E7CF-A87764D8F3A2}"/>
                  </a:ext>
                </a:extLst>
              </p14:cNvPr>
              <p14:cNvContentPartPr/>
              <p14:nvPr/>
            </p14:nvContentPartPr>
            <p14:xfrm>
              <a:off x="10130931" y="1550564"/>
              <a:ext cx="2160" cy="43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2A2D608C-A465-CA72-E7CF-A87764D8F3A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0124811" y="1543888"/>
                <a:ext cx="14400" cy="1767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CEA9ED46-BD61-6093-C501-EEEEEA353DDF}"/>
                  </a:ext>
                </a:extLst>
              </p14:cNvPr>
              <p14:cNvContentPartPr/>
              <p14:nvPr/>
            </p14:nvContentPartPr>
            <p14:xfrm>
              <a:off x="3131936" y="2571794"/>
              <a:ext cx="1080" cy="108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CEA9ED46-BD61-6093-C501-EEEEEA353DD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128696" y="2567474"/>
                <a:ext cx="7560" cy="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7280875-4884-9EBC-3C7A-719DDFC4A86A}"/>
                  </a:ext>
                </a:extLst>
              </p14:cNvPr>
              <p14:cNvContentPartPr/>
              <p14:nvPr/>
            </p14:nvContentPartPr>
            <p14:xfrm>
              <a:off x="2773944" y="1268684"/>
              <a:ext cx="864360" cy="2818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7280875-4884-9EBC-3C7A-719DDFC4A86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769624" y="1264364"/>
                <a:ext cx="873000" cy="29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54E8E9E-E96D-15D3-9DCF-FBB944A0791C}"/>
                  </a:ext>
                </a:extLst>
              </p14:cNvPr>
              <p14:cNvContentPartPr/>
              <p14:nvPr/>
            </p14:nvContentPartPr>
            <p14:xfrm>
              <a:off x="3910756" y="1241218"/>
              <a:ext cx="132120" cy="11534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54E8E9E-E96D-15D3-9DCF-FBB944A0791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906436" y="1236898"/>
                <a:ext cx="140760" cy="116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1888182-0D04-3AC0-3C18-C5378507997A}"/>
                  </a:ext>
                </a:extLst>
              </p14:cNvPr>
              <p14:cNvContentPartPr/>
              <p14:nvPr/>
            </p14:nvContentPartPr>
            <p14:xfrm>
              <a:off x="3929545" y="2398209"/>
              <a:ext cx="153360" cy="1008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1888182-0D04-3AC0-3C18-C537850799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925225" y="2393889"/>
                <a:ext cx="162000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510F6BBC-94E2-D303-A024-FB0EF246B08B}"/>
                  </a:ext>
                </a:extLst>
              </p14:cNvPr>
              <p14:cNvContentPartPr/>
              <p14:nvPr/>
            </p14:nvContentPartPr>
            <p14:xfrm>
              <a:off x="3569545" y="2527809"/>
              <a:ext cx="853560" cy="1008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510F6BBC-94E2-D303-A024-FB0EF246B08B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565225" y="2523489"/>
                <a:ext cx="862200" cy="18720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BECC77E1-E405-3E82-6F26-3AB8CD97D250}"/>
              </a:ext>
            </a:extLst>
          </p:cNvPr>
          <p:cNvSpPr txBox="1"/>
          <p:nvPr/>
        </p:nvSpPr>
        <p:spPr>
          <a:xfrm>
            <a:off x="3385230" y="2595724"/>
            <a:ext cx="1243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Check for save file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0DFD3E1-3642-58DE-BCF8-F4920CD582DB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70484" y="3013184"/>
            <a:ext cx="2951305" cy="184456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D67DD74B-C1CA-993D-8E97-E7A44CC88A31}"/>
                  </a:ext>
                </a:extLst>
              </p14:cNvPr>
              <p14:cNvContentPartPr/>
              <p14:nvPr/>
            </p14:nvContentPartPr>
            <p14:xfrm>
              <a:off x="1571442" y="2710805"/>
              <a:ext cx="1629720" cy="58824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D67DD74B-C1CA-993D-8E97-E7A44CC88A3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567122" y="2706485"/>
                <a:ext cx="1638360" cy="596880"/>
              </a:xfrm>
              <a:prstGeom prst="rect">
                <a:avLst/>
              </a:prstGeom>
            </p:spPr>
          </p:pic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D08612C0-C1C8-CB9F-6503-4D0DC84F8739}"/>
              </a:ext>
            </a:extLst>
          </p:cNvPr>
          <p:cNvSpPr txBox="1"/>
          <p:nvPr/>
        </p:nvSpPr>
        <p:spPr>
          <a:xfrm>
            <a:off x="2176058" y="2526819"/>
            <a:ext cx="1243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false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BDBE446-9836-313D-5523-7C9D3836FBA6}"/>
                  </a:ext>
                </a:extLst>
              </p14:cNvPr>
              <p14:cNvContentPartPr/>
              <p14:nvPr/>
            </p14:nvContentPartPr>
            <p14:xfrm>
              <a:off x="2850978" y="1198249"/>
              <a:ext cx="4736880" cy="223452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BDBE446-9836-313D-5523-7C9D3836FBA6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2846658" y="1193929"/>
                <a:ext cx="4745520" cy="224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A6EB5DE6-C545-9894-32D6-AA078F899D8F}"/>
                  </a:ext>
                </a:extLst>
              </p14:cNvPr>
              <p14:cNvContentPartPr/>
              <p14:nvPr/>
            </p14:nvContentPartPr>
            <p14:xfrm>
              <a:off x="7513338" y="1116169"/>
              <a:ext cx="221760" cy="17856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A6EB5DE6-C545-9894-32D6-AA078F899D8F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509018" y="1111849"/>
                <a:ext cx="23040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13E4C5AC-43BB-15EE-FB42-9FA9FE234D31}"/>
              </a:ext>
            </a:extLst>
          </p:cNvPr>
          <p:cNvGrpSpPr/>
          <p:nvPr/>
        </p:nvGrpSpPr>
        <p:grpSpPr>
          <a:xfrm>
            <a:off x="3196585" y="2367135"/>
            <a:ext cx="3596343" cy="592314"/>
            <a:chOff x="3196585" y="2367135"/>
            <a:chExt cx="3596343" cy="592314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89AFF35-89A5-0CEE-0086-9FD69C4179BE}"/>
                    </a:ext>
                  </a:extLst>
                </p14:cNvPr>
                <p14:cNvContentPartPr/>
                <p14:nvPr/>
              </p14:nvContentPartPr>
              <p14:xfrm>
                <a:off x="3196585" y="2532129"/>
                <a:ext cx="1281240" cy="4273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89AFF35-89A5-0CEE-0086-9FD69C4179B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192265" y="2527809"/>
                  <a:ext cx="128988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0A3631E-8A91-1CFB-48BC-8BAC13942EA4}"/>
                    </a:ext>
                  </a:extLst>
                </p14:cNvPr>
                <p14:cNvContentPartPr/>
                <p14:nvPr/>
              </p14:nvContentPartPr>
              <p14:xfrm>
                <a:off x="4434265" y="2530329"/>
                <a:ext cx="295200" cy="392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0A3631E-8A91-1CFB-48BC-8BAC13942EA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429945" y="2526009"/>
                  <a:ext cx="30384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45EC3A9-8392-2DF5-CA1F-1B064EEED433}"/>
                    </a:ext>
                  </a:extLst>
                </p14:cNvPr>
                <p14:cNvContentPartPr/>
                <p14:nvPr/>
              </p14:nvContentPartPr>
              <p14:xfrm>
                <a:off x="4727248" y="2367135"/>
                <a:ext cx="2065680" cy="304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45EC3A9-8392-2DF5-CA1F-1B064EEED43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722928" y="2362815"/>
                  <a:ext cx="2074320" cy="3135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D7ADE4DB-F36B-BD33-9B8B-9FD2B3CDC64F}"/>
              </a:ext>
            </a:extLst>
          </p:cNvPr>
          <p:cNvSpPr txBox="1"/>
          <p:nvPr/>
        </p:nvSpPr>
        <p:spPr>
          <a:xfrm>
            <a:off x="5362441" y="2303225"/>
            <a:ext cx="1243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2354324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</TotalTime>
  <Words>47</Words>
  <Application>Microsoft Macintosh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Jeremiah enciso</dc:creator>
  <cp:lastModifiedBy>Jeremiah enciso</cp:lastModifiedBy>
  <cp:revision>3</cp:revision>
  <dcterms:created xsi:type="dcterms:W3CDTF">2026-05-25T10:08:26Z</dcterms:created>
  <dcterms:modified xsi:type="dcterms:W3CDTF">2026-05-26T17:34:43Z</dcterms:modified>
</cp:coreProperties>
</file>